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9" r:id="rId2"/>
  </p:sldIdLst>
  <p:sldSz cx="6858000" cy="9906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AFAF"/>
    <a:srgbClr val="014085"/>
    <a:srgbClr val="01225F"/>
    <a:srgbClr val="E0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9" autoAdjust="0"/>
    <p:restoredTop sz="94654"/>
  </p:normalViewPr>
  <p:slideViewPr>
    <p:cSldViewPr snapToGrid="0">
      <p:cViewPr>
        <p:scale>
          <a:sx n="160" d="100"/>
          <a:sy n="160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EE8324A9-6D2A-7846-B946-332720FEECE7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4888" y="1252538"/>
            <a:ext cx="23383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EF0CC5BA-AE98-2048-B805-732565CBBA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619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1pPr>
    <a:lvl2pPr marL="709666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2pPr>
    <a:lvl3pPr marL="1419332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3pPr>
    <a:lvl4pPr marL="2128998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4pPr>
    <a:lvl5pPr marL="2838663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5pPr>
    <a:lvl6pPr marL="3548329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6pPr>
    <a:lvl7pPr marL="4257995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7pPr>
    <a:lvl8pPr marL="4967661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8pPr>
    <a:lvl9pPr marL="5677327" algn="l" defTabSz="1419332" rtl="0" eaLnBrk="1" latinLnBrk="0" hangingPunct="1">
      <a:defRPr sz="186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33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480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36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55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95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48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79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34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23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43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40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1E8AC-886D-4FB1-BA61-85F57CD26C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4446A-4EB0-4BB1-9834-1751785E2F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493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jp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6055EB5-C362-45EC-9CFF-17F4A9DC8173}"/>
              </a:ext>
            </a:extLst>
          </p:cNvPr>
          <p:cNvSpPr/>
          <p:nvPr/>
        </p:nvSpPr>
        <p:spPr>
          <a:xfrm>
            <a:off x="0" y="0"/>
            <a:ext cx="6858000" cy="631475"/>
          </a:xfrm>
          <a:prstGeom prst="rect">
            <a:avLst/>
          </a:prstGeom>
          <a:solidFill>
            <a:srgbClr val="01225F"/>
          </a:solidFill>
          <a:ln>
            <a:solidFill>
              <a:srgbClr val="014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28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C656406-65AF-4C0A-A8C8-79BCE3DE3018}"/>
              </a:ext>
            </a:extLst>
          </p:cNvPr>
          <p:cNvSpPr txBox="1"/>
          <p:nvPr/>
        </p:nvSpPr>
        <p:spPr>
          <a:xfrm>
            <a:off x="1356359" y="95443"/>
            <a:ext cx="4808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PLANO DE AULA – BY SCOUT</a:t>
            </a:r>
          </a:p>
        </p:txBody>
      </p:sp>
      <p:sp>
        <p:nvSpPr>
          <p:cNvPr id="23" name="2 Dodecágono">
            <a:extLst>
              <a:ext uri="{FF2B5EF4-FFF2-40B4-BE49-F238E27FC236}">
                <a16:creationId xmlns:a16="http://schemas.microsoft.com/office/drawing/2014/main" id="{E1253000-383E-43B2-837D-50A41A4B58AD}"/>
              </a:ext>
            </a:extLst>
          </p:cNvPr>
          <p:cNvSpPr/>
          <p:nvPr/>
        </p:nvSpPr>
        <p:spPr>
          <a:xfrm>
            <a:off x="8063696" y="1342201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24" name="3 Dodecágono">
            <a:extLst>
              <a:ext uri="{FF2B5EF4-FFF2-40B4-BE49-F238E27FC236}">
                <a16:creationId xmlns:a16="http://schemas.microsoft.com/office/drawing/2014/main" id="{0AE48B9D-C399-4A25-B868-F545764EC3EB}"/>
              </a:ext>
            </a:extLst>
          </p:cNvPr>
          <p:cNvSpPr/>
          <p:nvPr/>
        </p:nvSpPr>
        <p:spPr>
          <a:xfrm>
            <a:off x="8063696" y="619805"/>
            <a:ext cx="202940" cy="202940"/>
          </a:xfrm>
          <a:prstGeom prst="dodecagon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25" name="4 Dodecágono">
            <a:extLst>
              <a:ext uri="{FF2B5EF4-FFF2-40B4-BE49-F238E27FC236}">
                <a16:creationId xmlns:a16="http://schemas.microsoft.com/office/drawing/2014/main" id="{CEB5EED0-320A-4F16-B8F5-97BFBD7348C1}"/>
              </a:ext>
            </a:extLst>
          </p:cNvPr>
          <p:cNvSpPr/>
          <p:nvPr/>
        </p:nvSpPr>
        <p:spPr>
          <a:xfrm>
            <a:off x="8063742" y="5676573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 dirty="0">
                <a:solidFill>
                  <a:srgbClr val="FFFFFF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26" name="5 Dodecágono">
            <a:extLst>
              <a:ext uri="{FF2B5EF4-FFF2-40B4-BE49-F238E27FC236}">
                <a16:creationId xmlns:a16="http://schemas.microsoft.com/office/drawing/2014/main" id="{461CA7F9-1AFC-41F2-9009-32B8055DE6BF}"/>
              </a:ext>
            </a:extLst>
          </p:cNvPr>
          <p:cNvSpPr/>
          <p:nvPr/>
        </p:nvSpPr>
        <p:spPr>
          <a:xfrm>
            <a:off x="8063742" y="6398968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27" name="6 Dodecágono">
            <a:extLst>
              <a:ext uri="{FF2B5EF4-FFF2-40B4-BE49-F238E27FC236}">
                <a16:creationId xmlns:a16="http://schemas.microsoft.com/office/drawing/2014/main" id="{54BF75D7-B2A3-4595-A35A-7C90CFEC5726}"/>
              </a:ext>
            </a:extLst>
          </p:cNvPr>
          <p:cNvSpPr/>
          <p:nvPr/>
        </p:nvSpPr>
        <p:spPr>
          <a:xfrm>
            <a:off x="8063696" y="2786991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28" name="7 Dodecágono">
            <a:extLst>
              <a:ext uri="{FF2B5EF4-FFF2-40B4-BE49-F238E27FC236}">
                <a16:creationId xmlns:a16="http://schemas.microsoft.com/office/drawing/2014/main" id="{BD0C2018-5AAF-40B6-B507-F9494DAFF8B7}"/>
              </a:ext>
            </a:extLst>
          </p:cNvPr>
          <p:cNvSpPr/>
          <p:nvPr/>
        </p:nvSpPr>
        <p:spPr>
          <a:xfrm>
            <a:off x="8063696" y="3509387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 dirty="0">
                <a:solidFill>
                  <a:srgbClr val="FFFFFF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29" name="8 Dodecágono">
            <a:extLst>
              <a:ext uri="{FF2B5EF4-FFF2-40B4-BE49-F238E27FC236}">
                <a16:creationId xmlns:a16="http://schemas.microsoft.com/office/drawing/2014/main" id="{099AB964-6BDA-4140-853B-ED8D2DEA07DC}"/>
              </a:ext>
            </a:extLst>
          </p:cNvPr>
          <p:cNvSpPr/>
          <p:nvPr/>
        </p:nvSpPr>
        <p:spPr>
          <a:xfrm>
            <a:off x="8063742" y="4954178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 dirty="0">
                <a:solidFill>
                  <a:srgbClr val="FFFFFF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30" name="9 Dodecágono">
            <a:extLst>
              <a:ext uri="{FF2B5EF4-FFF2-40B4-BE49-F238E27FC236}">
                <a16:creationId xmlns:a16="http://schemas.microsoft.com/office/drawing/2014/main" id="{3B245DF0-EC0B-4DBE-8229-6AAD7610579A}"/>
              </a:ext>
            </a:extLst>
          </p:cNvPr>
          <p:cNvSpPr/>
          <p:nvPr/>
        </p:nvSpPr>
        <p:spPr>
          <a:xfrm>
            <a:off x="8063696" y="2064596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31" name="10 Dodecágono">
            <a:extLst>
              <a:ext uri="{FF2B5EF4-FFF2-40B4-BE49-F238E27FC236}">
                <a16:creationId xmlns:a16="http://schemas.microsoft.com/office/drawing/2014/main" id="{6F677891-817B-4F83-A3DE-09E364049DC6}"/>
              </a:ext>
            </a:extLst>
          </p:cNvPr>
          <p:cNvSpPr/>
          <p:nvPr/>
        </p:nvSpPr>
        <p:spPr>
          <a:xfrm>
            <a:off x="8063742" y="4231782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32" name="12 Dodecágono">
            <a:extLst>
              <a:ext uri="{FF2B5EF4-FFF2-40B4-BE49-F238E27FC236}">
                <a16:creationId xmlns:a16="http://schemas.microsoft.com/office/drawing/2014/main" id="{70C0DD00-C5FA-4A53-8330-5B024DE3CB05}"/>
              </a:ext>
            </a:extLst>
          </p:cNvPr>
          <p:cNvSpPr/>
          <p:nvPr/>
        </p:nvSpPr>
        <p:spPr>
          <a:xfrm>
            <a:off x="8063696" y="7018164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860" b="1" dirty="0">
                <a:latin typeface="Candara" pitchFamily="34" charset="0"/>
              </a:rPr>
              <a:t>10</a:t>
            </a:r>
          </a:p>
        </p:txBody>
      </p:sp>
      <p:sp>
        <p:nvSpPr>
          <p:cNvPr id="33" name="13 Dodecágono">
            <a:extLst>
              <a:ext uri="{FF2B5EF4-FFF2-40B4-BE49-F238E27FC236}">
                <a16:creationId xmlns:a16="http://schemas.microsoft.com/office/drawing/2014/main" id="{2C80EACD-7E2D-4FC2-B313-F916D748BFA4}"/>
              </a:ext>
            </a:extLst>
          </p:cNvPr>
          <p:cNvSpPr/>
          <p:nvPr/>
        </p:nvSpPr>
        <p:spPr>
          <a:xfrm>
            <a:off x="8063696" y="7740560"/>
            <a:ext cx="202940" cy="202940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860" b="1">
                <a:latin typeface="Candara" pitchFamily="34" charset="0"/>
              </a:rPr>
              <a:t>11</a:t>
            </a:r>
          </a:p>
        </p:txBody>
      </p:sp>
      <p:sp>
        <p:nvSpPr>
          <p:cNvPr id="34" name="14 Dodecágono">
            <a:extLst>
              <a:ext uri="{FF2B5EF4-FFF2-40B4-BE49-F238E27FC236}">
                <a16:creationId xmlns:a16="http://schemas.microsoft.com/office/drawing/2014/main" id="{748180B9-2B26-404E-8CD5-930E1A874F7E}"/>
              </a:ext>
            </a:extLst>
          </p:cNvPr>
          <p:cNvSpPr/>
          <p:nvPr/>
        </p:nvSpPr>
        <p:spPr>
          <a:xfrm>
            <a:off x="20349588" y="1239047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35" name="15 Dodecágono">
            <a:extLst>
              <a:ext uri="{FF2B5EF4-FFF2-40B4-BE49-F238E27FC236}">
                <a16:creationId xmlns:a16="http://schemas.microsoft.com/office/drawing/2014/main" id="{6B19EB3C-646D-479F-92D5-89D28B5FCEBA}"/>
              </a:ext>
            </a:extLst>
          </p:cNvPr>
          <p:cNvSpPr/>
          <p:nvPr/>
        </p:nvSpPr>
        <p:spPr>
          <a:xfrm>
            <a:off x="20349588" y="619805"/>
            <a:ext cx="361019" cy="361019"/>
          </a:xfrm>
          <a:prstGeom prst="dodecag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36" name="16 Dodecágono">
            <a:extLst>
              <a:ext uri="{FF2B5EF4-FFF2-40B4-BE49-F238E27FC236}">
                <a16:creationId xmlns:a16="http://schemas.microsoft.com/office/drawing/2014/main" id="{3303EC51-9C08-43EA-8BC2-E9ECD5576B6D}"/>
              </a:ext>
            </a:extLst>
          </p:cNvPr>
          <p:cNvSpPr/>
          <p:nvPr/>
        </p:nvSpPr>
        <p:spPr>
          <a:xfrm>
            <a:off x="20349634" y="5573419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37" name="17 Dodecágono">
            <a:extLst>
              <a:ext uri="{FF2B5EF4-FFF2-40B4-BE49-F238E27FC236}">
                <a16:creationId xmlns:a16="http://schemas.microsoft.com/office/drawing/2014/main" id="{80FCBD8B-F44D-44F6-93B1-7718549D19C9}"/>
              </a:ext>
            </a:extLst>
          </p:cNvPr>
          <p:cNvSpPr/>
          <p:nvPr/>
        </p:nvSpPr>
        <p:spPr>
          <a:xfrm>
            <a:off x="20349634" y="6295814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38" name="18 Dodecágono">
            <a:extLst>
              <a:ext uri="{FF2B5EF4-FFF2-40B4-BE49-F238E27FC236}">
                <a16:creationId xmlns:a16="http://schemas.microsoft.com/office/drawing/2014/main" id="{E6399387-A290-4AD5-A6F0-90D44DBB26AC}"/>
              </a:ext>
            </a:extLst>
          </p:cNvPr>
          <p:cNvSpPr/>
          <p:nvPr/>
        </p:nvSpPr>
        <p:spPr>
          <a:xfrm>
            <a:off x="20349588" y="2683838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39" name="19 Dodecágono">
            <a:extLst>
              <a:ext uri="{FF2B5EF4-FFF2-40B4-BE49-F238E27FC236}">
                <a16:creationId xmlns:a16="http://schemas.microsoft.com/office/drawing/2014/main" id="{606E3E20-6EDA-4911-A76D-1D26B6639090}"/>
              </a:ext>
            </a:extLst>
          </p:cNvPr>
          <p:cNvSpPr/>
          <p:nvPr/>
        </p:nvSpPr>
        <p:spPr>
          <a:xfrm>
            <a:off x="20349588" y="3406233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40" name="20 Dodecágono">
            <a:extLst>
              <a:ext uri="{FF2B5EF4-FFF2-40B4-BE49-F238E27FC236}">
                <a16:creationId xmlns:a16="http://schemas.microsoft.com/office/drawing/2014/main" id="{F8C5479B-CE92-481A-92D5-D94DAEBDA477}"/>
              </a:ext>
            </a:extLst>
          </p:cNvPr>
          <p:cNvSpPr/>
          <p:nvPr/>
        </p:nvSpPr>
        <p:spPr>
          <a:xfrm>
            <a:off x="20349634" y="4851024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41" name="21 Dodecágono">
            <a:extLst>
              <a:ext uri="{FF2B5EF4-FFF2-40B4-BE49-F238E27FC236}">
                <a16:creationId xmlns:a16="http://schemas.microsoft.com/office/drawing/2014/main" id="{8D4677A4-EA69-4CA4-A800-494667025598}"/>
              </a:ext>
            </a:extLst>
          </p:cNvPr>
          <p:cNvSpPr/>
          <p:nvPr/>
        </p:nvSpPr>
        <p:spPr>
          <a:xfrm>
            <a:off x="20349588" y="1961442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42" name="22 Dodecágono">
            <a:extLst>
              <a:ext uri="{FF2B5EF4-FFF2-40B4-BE49-F238E27FC236}">
                <a16:creationId xmlns:a16="http://schemas.microsoft.com/office/drawing/2014/main" id="{99AAB9B2-DEEB-43AC-981C-E5EC9BEB4948}"/>
              </a:ext>
            </a:extLst>
          </p:cNvPr>
          <p:cNvSpPr/>
          <p:nvPr/>
        </p:nvSpPr>
        <p:spPr>
          <a:xfrm>
            <a:off x="20349634" y="4128628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43" name="23 Dodecágono">
            <a:extLst>
              <a:ext uri="{FF2B5EF4-FFF2-40B4-BE49-F238E27FC236}">
                <a16:creationId xmlns:a16="http://schemas.microsoft.com/office/drawing/2014/main" id="{2A66B2B2-8B7E-4582-868B-68652E3F4FF9}"/>
              </a:ext>
            </a:extLst>
          </p:cNvPr>
          <p:cNvSpPr/>
          <p:nvPr/>
        </p:nvSpPr>
        <p:spPr>
          <a:xfrm>
            <a:off x="20349588" y="6915010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147" b="1">
                <a:latin typeface="Candara" pitchFamily="34" charset="0"/>
              </a:rPr>
              <a:t>10</a:t>
            </a:r>
          </a:p>
        </p:txBody>
      </p:sp>
      <p:sp>
        <p:nvSpPr>
          <p:cNvPr id="44" name="24 Dodecágono">
            <a:extLst>
              <a:ext uri="{FF2B5EF4-FFF2-40B4-BE49-F238E27FC236}">
                <a16:creationId xmlns:a16="http://schemas.microsoft.com/office/drawing/2014/main" id="{417EC9DE-596C-4C94-B8DA-B86B32E6ED2A}"/>
              </a:ext>
            </a:extLst>
          </p:cNvPr>
          <p:cNvSpPr/>
          <p:nvPr/>
        </p:nvSpPr>
        <p:spPr>
          <a:xfrm>
            <a:off x="20349588" y="7637406"/>
            <a:ext cx="361019" cy="361019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147" b="1">
                <a:latin typeface="Candara" pitchFamily="34" charset="0"/>
              </a:rPr>
              <a:t>11</a:t>
            </a:r>
          </a:p>
        </p:txBody>
      </p:sp>
      <p:sp>
        <p:nvSpPr>
          <p:cNvPr id="45" name="25 Flecha derecha">
            <a:extLst>
              <a:ext uri="{FF2B5EF4-FFF2-40B4-BE49-F238E27FC236}">
                <a16:creationId xmlns:a16="http://schemas.microsoft.com/office/drawing/2014/main" id="{BEC5C4CB-D81C-4C40-892F-E816FD3ACEA7}"/>
              </a:ext>
            </a:extLst>
          </p:cNvPr>
          <p:cNvSpPr/>
          <p:nvPr/>
        </p:nvSpPr>
        <p:spPr>
          <a:xfrm rot="5400000">
            <a:off x="8283866" y="3510589"/>
            <a:ext cx="1970103" cy="44775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 dirty="0"/>
              <a:t>ATAQUE</a:t>
            </a:r>
          </a:p>
        </p:txBody>
      </p:sp>
      <p:sp>
        <p:nvSpPr>
          <p:cNvPr id="46" name="26 Flecha derecha">
            <a:extLst>
              <a:ext uri="{FF2B5EF4-FFF2-40B4-BE49-F238E27FC236}">
                <a16:creationId xmlns:a16="http://schemas.microsoft.com/office/drawing/2014/main" id="{0BAB7829-7E7B-4DBF-AF2F-7C9A97A7562B}"/>
              </a:ext>
            </a:extLst>
          </p:cNvPr>
          <p:cNvSpPr/>
          <p:nvPr/>
        </p:nvSpPr>
        <p:spPr>
          <a:xfrm rot="16200000">
            <a:off x="18974118" y="1380980"/>
            <a:ext cx="1970103" cy="447751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/>
              <a:t>ATAQUE</a:t>
            </a:r>
          </a:p>
        </p:txBody>
      </p:sp>
      <p:sp>
        <p:nvSpPr>
          <p:cNvPr id="47" name="28 Extracto">
            <a:extLst>
              <a:ext uri="{FF2B5EF4-FFF2-40B4-BE49-F238E27FC236}">
                <a16:creationId xmlns:a16="http://schemas.microsoft.com/office/drawing/2014/main" id="{D22A9DE9-F72A-4DB9-936B-7470C64FB502}"/>
              </a:ext>
            </a:extLst>
          </p:cNvPr>
          <p:cNvSpPr/>
          <p:nvPr/>
        </p:nvSpPr>
        <p:spPr>
          <a:xfrm>
            <a:off x="11558371" y="7292851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8" name="29 Extracto">
            <a:extLst>
              <a:ext uri="{FF2B5EF4-FFF2-40B4-BE49-F238E27FC236}">
                <a16:creationId xmlns:a16="http://schemas.microsoft.com/office/drawing/2014/main" id="{F621F437-D85C-4A16-BCFA-39487F9D06FE}"/>
              </a:ext>
            </a:extLst>
          </p:cNvPr>
          <p:cNvSpPr/>
          <p:nvPr/>
        </p:nvSpPr>
        <p:spPr>
          <a:xfrm>
            <a:off x="11776785" y="7511266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9" name="30 Extracto">
            <a:extLst>
              <a:ext uri="{FF2B5EF4-FFF2-40B4-BE49-F238E27FC236}">
                <a16:creationId xmlns:a16="http://schemas.microsoft.com/office/drawing/2014/main" id="{736C2957-F3C2-4BDA-8C7E-C66754A9B1B3}"/>
              </a:ext>
            </a:extLst>
          </p:cNvPr>
          <p:cNvSpPr/>
          <p:nvPr/>
        </p:nvSpPr>
        <p:spPr>
          <a:xfrm>
            <a:off x="11995200" y="7729680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0" name="31 Extracto">
            <a:extLst>
              <a:ext uri="{FF2B5EF4-FFF2-40B4-BE49-F238E27FC236}">
                <a16:creationId xmlns:a16="http://schemas.microsoft.com/office/drawing/2014/main" id="{952064B5-C2D4-4AF5-A21F-ED3B02EF815A}"/>
              </a:ext>
            </a:extLst>
          </p:cNvPr>
          <p:cNvSpPr/>
          <p:nvPr/>
        </p:nvSpPr>
        <p:spPr>
          <a:xfrm>
            <a:off x="12213614" y="7948094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1" name="32 Extracto">
            <a:extLst>
              <a:ext uri="{FF2B5EF4-FFF2-40B4-BE49-F238E27FC236}">
                <a16:creationId xmlns:a16="http://schemas.microsoft.com/office/drawing/2014/main" id="{FAA6F83A-62E3-45E6-AFDB-DC130C267510}"/>
              </a:ext>
            </a:extLst>
          </p:cNvPr>
          <p:cNvSpPr/>
          <p:nvPr/>
        </p:nvSpPr>
        <p:spPr>
          <a:xfrm>
            <a:off x="12432028" y="8166509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2" name="33 Extracto">
            <a:extLst>
              <a:ext uri="{FF2B5EF4-FFF2-40B4-BE49-F238E27FC236}">
                <a16:creationId xmlns:a16="http://schemas.microsoft.com/office/drawing/2014/main" id="{D9C825EB-26BD-469E-A72D-BDEAEB3BA415}"/>
              </a:ext>
            </a:extLst>
          </p:cNvPr>
          <p:cNvSpPr/>
          <p:nvPr/>
        </p:nvSpPr>
        <p:spPr>
          <a:xfrm>
            <a:off x="12650443" y="8384923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3" name="34 Extracto">
            <a:extLst>
              <a:ext uri="{FF2B5EF4-FFF2-40B4-BE49-F238E27FC236}">
                <a16:creationId xmlns:a16="http://schemas.microsoft.com/office/drawing/2014/main" id="{C1BE37AC-EA9F-4D75-B577-419AE2D70B65}"/>
              </a:ext>
            </a:extLst>
          </p:cNvPr>
          <p:cNvSpPr/>
          <p:nvPr/>
        </p:nvSpPr>
        <p:spPr>
          <a:xfrm>
            <a:off x="12868857" y="8603337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4" name="35 Extracto">
            <a:extLst>
              <a:ext uri="{FF2B5EF4-FFF2-40B4-BE49-F238E27FC236}">
                <a16:creationId xmlns:a16="http://schemas.microsoft.com/office/drawing/2014/main" id="{FCE98935-6D87-4CE9-B8B3-C1AFFF49DFA5}"/>
              </a:ext>
            </a:extLst>
          </p:cNvPr>
          <p:cNvSpPr/>
          <p:nvPr/>
        </p:nvSpPr>
        <p:spPr>
          <a:xfrm>
            <a:off x="11874616" y="6972056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5" name="36 Extracto">
            <a:extLst>
              <a:ext uri="{FF2B5EF4-FFF2-40B4-BE49-F238E27FC236}">
                <a16:creationId xmlns:a16="http://schemas.microsoft.com/office/drawing/2014/main" id="{B29E458C-8459-4E30-9C13-D10A36B3A103}"/>
              </a:ext>
            </a:extLst>
          </p:cNvPr>
          <p:cNvSpPr/>
          <p:nvPr/>
        </p:nvSpPr>
        <p:spPr>
          <a:xfrm>
            <a:off x="12093030" y="7190470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6" name="37 Extracto">
            <a:extLst>
              <a:ext uri="{FF2B5EF4-FFF2-40B4-BE49-F238E27FC236}">
                <a16:creationId xmlns:a16="http://schemas.microsoft.com/office/drawing/2014/main" id="{56EFEA6D-6455-40B4-A853-05C9D2EB9350}"/>
              </a:ext>
            </a:extLst>
          </p:cNvPr>
          <p:cNvSpPr/>
          <p:nvPr/>
        </p:nvSpPr>
        <p:spPr>
          <a:xfrm>
            <a:off x="12311445" y="7408884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7" name="38 Extracto">
            <a:extLst>
              <a:ext uri="{FF2B5EF4-FFF2-40B4-BE49-F238E27FC236}">
                <a16:creationId xmlns:a16="http://schemas.microsoft.com/office/drawing/2014/main" id="{8AA0D997-6B9C-49E4-B17A-75F370BFE549}"/>
              </a:ext>
            </a:extLst>
          </p:cNvPr>
          <p:cNvSpPr/>
          <p:nvPr/>
        </p:nvSpPr>
        <p:spPr>
          <a:xfrm>
            <a:off x="12529859" y="7627299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8" name="39 Extracto">
            <a:extLst>
              <a:ext uri="{FF2B5EF4-FFF2-40B4-BE49-F238E27FC236}">
                <a16:creationId xmlns:a16="http://schemas.microsoft.com/office/drawing/2014/main" id="{2135B00E-6B7B-4709-A634-ABCFB4E5E61D}"/>
              </a:ext>
            </a:extLst>
          </p:cNvPr>
          <p:cNvSpPr/>
          <p:nvPr/>
        </p:nvSpPr>
        <p:spPr>
          <a:xfrm>
            <a:off x="12748273" y="7845713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9" name="40 Extracto">
            <a:extLst>
              <a:ext uri="{FF2B5EF4-FFF2-40B4-BE49-F238E27FC236}">
                <a16:creationId xmlns:a16="http://schemas.microsoft.com/office/drawing/2014/main" id="{32AFEDFB-4A31-4DB1-BA14-9B4D1A40E747}"/>
              </a:ext>
            </a:extLst>
          </p:cNvPr>
          <p:cNvSpPr/>
          <p:nvPr/>
        </p:nvSpPr>
        <p:spPr>
          <a:xfrm>
            <a:off x="12966688" y="8064127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0" name="41 Extracto">
            <a:extLst>
              <a:ext uri="{FF2B5EF4-FFF2-40B4-BE49-F238E27FC236}">
                <a16:creationId xmlns:a16="http://schemas.microsoft.com/office/drawing/2014/main" id="{393C74F2-A707-48E1-8F30-29801AFEBD8D}"/>
              </a:ext>
            </a:extLst>
          </p:cNvPr>
          <p:cNvSpPr/>
          <p:nvPr/>
        </p:nvSpPr>
        <p:spPr>
          <a:xfrm>
            <a:off x="13185102" y="8282542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1" name="42 Extracto">
            <a:extLst>
              <a:ext uri="{FF2B5EF4-FFF2-40B4-BE49-F238E27FC236}">
                <a16:creationId xmlns:a16="http://schemas.microsoft.com/office/drawing/2014/main" id="{A5F03E84-4277-4D4C-A863-0C0DAAAB33EF}"/>
              </a:ext>
            </a:extLst>
          </p:cNvPr>
          <p:cNvSpPr/>
          <p:nvPr/>
        </p:nvSpPr>
        <p:spPr>
          <a:xfrm>
            <a:off x="13403516" y="8500956"/>
            <a:ext cx="181088" cy="181089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2" name="43 Conector">
            <a:extLst>
              <a:ext uri="{FF2B5EF4-FFF2-40B4-BE49-F238E27FC236}">
                <a16:creationId xmlns:a16="http://schemas.microsoft.com/office/drawing/2014/main" id="{4431FD87-CC39-44CA-A091-77C9EE068B8C}"/>
              </a:ext>
            </a:extLst>
          </p:cNvPr>
          <p:cNvSpPr/>
          <p:nvPr/>
        </p:nvSpPr>
        <p:spPr>
          <a:xfrm>
            <a:off x="12388763" y="6881062"/>
            <a:ext cx="180509" cy="180509"/>
          </a:xfrm>
          <a:prstGeom prst="flowChartConnector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3" name="44 Conector">
            <a:extLst>
              <a:ext uri="{FF2B5EF4-FFF2-40B4-BE49-F238E27FC236}">
                <a16:creationId xmlns:a16="http://schemas.microsoft.com/office/drawing/2014/main" id="{774DF5AC-813A-46AD-ACB3-9506542B3BD5}"/>
              </a:ext>
            </a:extLst>
          </p:cNvPr>
          <p:cNvSpPr/>
          <p:nvPr/>
        </p:nvSpPr>
        <p:spPr>
          <a:xfrm>
            <a:off x="12607177" y="7099476"/>
            <a:ext cx="180509" cy="180509"/>
          </a:xfrm>
          <a:prstGeom prst="flowChartConnector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4" name="45 Conector">
            <a:extLst>
              <a:ext uri="{FF2B5EF4-FFF2-40B4-BE49-F238E27FC236}">
                <a16:creationId xmlns:a16="http://schemas.microsoft.com/office/drawing/2014/main" id="{13293C15-1C9E-4409-9427-67698D9A2C99}"/>
              </a:ext>
            </a:extLst>
          </p:cNvPr>
          <p:cNvSpPr/>
          <p:nvPr/>
        </p:nvSpPr>
        <p:spPr>
          <a:xfrm>
            <a:off x="12825591" y="7317890"/>
            <a:ext cx="180509" cy="180509"/>
          </a:xfrm>
          <a:prstGeom prst="flowChartConnector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5" name="46 Conector">
            <a:extLst>
              <a:ext uri="{FF2B5EF4-FFF2-40B4-BE49-F238E27FC236}">
                <a16:creationId xmlns:a16="http://schemas.microsoft.com/office/drawing/2014/main" id="{5F64887E-DCDD-4B29-BD5F-BC0D30952F2D}"/>
              </a:ext>
            </a:extLst>
          </p:cNvPr>
          <p:cNvSpPr/>
          <p:nvPr/>
        </p:nvSpPr>
        <p:spPr>
          <a:xfrm>
            <a:off x="13044006" y="7536305"/>
            <a:ext cx="180509" cy="180509"/>
          </a:xfrm>
          <a:prstGeom prst="flowChartConnector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6" name="47 Conector">
            <a:extLst>
              <a:ext uri="{FF2B5EF4-FFF2-40B4-BE49-F238E27FC236}">
                <a16:creationId xmlns:a16="http://schemas.microsoft.com/office/drawing/2014/main" id="{B463B4E4-B4E5-42A3-B7E3-A10D6D21580E}"/>
              </a:ext>
            </a:extLst>
          </p:cNvPr>
          <p:cNvSpPr/>
          <p:nvPr/>
        </p:nvSpPr>
        <p:spPr>
          <a:xfrm>
            <a:off x="13262420" y="7754719"/>
            <a:ext cx="180509" cy="180509"/>
          </a:xfrm>
          <a:prstGeom prst="flowChartConnector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7" name="48 Conector">
            <a:extLst>
              <a:ext uri="{FF2B5EF4-FFF2-40B4-BE49-F238E27FC236}">
                <a16:creationId xmlns:a16="http://schemas.microsoft.com/office/drawing/2014/main" id="{8B505BEA-E10E-4352-8189-1FE89F9CE99F}"/>
              </a:ext>
            </a:extLst>
          </p:cNvPr>
          <p:cNvSpPr/>
          <p:nvPr/>
        </p:nvSpPr>
        <p:spPr>
          <a:xfrm>
            <a:off x="13480834" y="7973133"/>
            <a:ext cx="180509" cy="180509"/>
          </a:xfrm>
          <a:prstGeom prst="flowChartConnector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68" name="51 Flecha izquierda y derecha">
            <a:extLst>
              <a:ext uri="{FF2B5EF4-FFF2-40B4-BE49-F238E27FC236}">
                <a16:creationId xmlns:a16="http://schemas.microsoft.com/office/drawing/2014/main" id="{7FD4FE00-9679-4F4E-A6CA-B5A5BC802897}"/>
              </a:ext>
            </a:extLst>
          </p:cNvPr>
          <p:cNvSpPr/>
          <p:nvPr/>
        </p:nvSpPr>
        <p:spPr>
          <a:xfrm rot="5400000">
            <a:off x="18183651" y="1454771"/>
            <a:ext cx="1970103" cy="447751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/>
              <a:t>ATAQUE</a:t>
            </a:r>
          </a:p>
        </p:txBody>
      </p:sp>
      <p:sp>
        <p:nvSpPr>
          <p:cNvPr id="69" name="52 Flecha izquierda y derecha">
            <a:extLst>
              <a:ext uri="{FF2B5EF4-FFF2-40B4-BE49-F238E27FC236}">
                <a16:creationId xmlns:a16="http://schemas.microsoft.com/office/drawing/2014/main" id="{F8D5D0CB-262C-4D5F-86FC-2333F48C66F1}"/>
              </a:ext>
            </a:extLst>
          </p:cNvPr>
          <p:cNvSpPr/>
          <p:nvPr/>
        </p:nvSpPr>
        <p:spPr>
          <a:xfrm rot="5400000">
            <a:off x="7955676" y="3322783"/>
            <a:ext cx="1484016" cy="337277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/>
              <a:t>ATAQUE</a:t>
            </a:r>
          </a:p>
        </p:txBody>
      </p:sp>
      <p:sp>
        <p:nvSpPr>
          <p:cNvPr id="70" name="53 Rectángulo">
            <a:extLst>
              <a:ext uri="{FF2B5EF4-FFF2-40B4-BE49-F238E27FC236}">
                <a16:creationId xmlns:a16="http://schemas.microsoft.com/office/drawing/2014/main" id="{0E61CDC3-E95A-4510-87CA-8E1C6FB2B334}"/>
              </a:ext>
            </a:extLst>
          </p:cNvPr>
          <p:cNvSpPr/>
          <p:nvPr/>
        </p:nvSpPr>
        <p:spPr>
          <a:xfrm>
            <a:off x="16681792" y="5948593"/>
            <a:ext cx="900622" cy="97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866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ndara" pitchFamily="34" charset="0"/>
              </a:rPr>
              <a:t> 15 m</a:t>
            </a:r>
          </a:p>
        </p:txBody>
      </p:sp>
      <p:cxnSp>
        <p:nvCxnSpPr>
          <p:cNvPr id="71" name="54 Conector recto">
            <a:extLst>
              <a:ext uri="{FF2B5EF4-FFF2-40B4-BE49-F238E27FC236}">
                <a16:creationId xmlns:a16="http://schemas.microsoft.com/office/drawing/2014/main" id="{04F5BA32-64B6-4706-B4B6-661ECFFBFF6E}"/>
              </a:ext>
            </a:extLst>
          </p:cNvPr>
          <p:cNvCxnSpPr/>
          <p:nvPr/>
        </p:nvCxnSpPr>
        <p:spPr>
          <a:xfrm flipH="1">
            <a:off x="18094863" y="6052895"/>
            <a:ext cx="320808" cy="995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2" name="55 Dodecágono">
            <a:extLst>
              <a:ext uri="{FF2B5EF4-FFF2-40B4-BE49-F238E27FC236}">
                <a16:creationId xmlns:a16="http://schemas.microsoft.com/office/drawing/2014/main" id="{0861014A-B2BB-44C6-90A3-BA5B895CC2A0}"/>
              </a:ext>
            </a:extLst>
          </p:cNvPr>
          <p:cNvSpPr/>
          <p:nvPr/>
        </p:nvSpPr>
        <p:spPr>
          <a:xfrm>
            <a:off x="8062879" y="9640079"/>
            <a:ext cx="177573" cy="177573"/>
          </a:xfrm>
          <a:prstGeom prst="dodec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C</a:t>
            </a:r>
          </a:p>
        </p:txBody>
      </p:sp>
      <p:sp>
        <p:nvSpPr>
          <p:cNvPr id="73" name="56 Dodecágono">
            <a:extLst>
              <a:ext uri="{FF2B5EF4-FFF2-40B4-BE49-F238E27FC236}">
                <a16:creationId xmlns:a16="http://schemas.microsoft.com/office/drawing/2014/main" id="{8B5B9458-622F-4A04-B43E-56535AC61C09}"/>
              </a:ext>
            </a:extLst>
          </p:cNvPr>
          <p:cNvSpPr/>
          <p:nvPr/>
        </p:nvSpPr>
        <p:spPr>
          <a:xfrm>
            <a:off x="8785274" y="8298488"/>
            <a:ext cx="177573" cy="177573"/>
          </a:xfrm>
          <a:prstGeom prst="dodecagon">
            <a:avLst/>
          </a:prstGeom>
          <a:ln w="28575"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C</a:t>
            </a:r>
          </a:p>
        </p:txBody>
      </p:sp>
      <p:sp>
        <p:nvSpPr>
          <p:cNvPr id="74" name="57 Dodecágono">
            <a:extLst>
              <a:ext uri="{FF2B5EF4-FFF2-40B4-BE49-F238E27FC236}">
                <a16:creationId xmlns:a16="http://schemas.microsoft.com/office/drawing/2014/main" id="{D1ADA0FC-8750-491A-806D-07B02343CA55}"/>
              </a:ext>
            </a:extLst>
          </p:cNvPr>
          <p:cNvSpPr/>
          <p:nvPr/>
        </p:nvSpPr>
        <p:spPr>
          <a:xfrm>
            <a:off x="8115771" y="8948901"/>
            <a:ext cx="177573" cy="177573"/>
          </a:xfrm>
          <a:prstGeom prst="dodecagon">
            <a:avLst/>
          </a:prstGeom>
          <a:ln w="28575"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C</a:t>
            </a:r>
          </a:p>
        </p:txBody>
      </p:sp>
      <p:sp>
        <p:nvSpPr>
          <p:cNvPr id="75" name="58 Dodecágono">
            <a:extLst>
              <a:ext uri="{FF2B5EF4-FFF2-40B4-BE49-F238E27FC236}">
                <a16:creationId xmlns:a16="http://schemas.microsoft.com/office/drawing/2014/main" id="{A7724327-9A5D-488E-8D7E-532BF3D595A2}"/>
              </a:ext>
            </a:extLst>
          </p:cNvPr>
          <p:cNvSpPr/>
          <p:nvPr/>
        </p:nvSpPr>
        <p:spPr>
          <a:xfrm>
            <a:off x="8682075" y="9020883"/>
            <a:ext cx="177573" cy="177573"/>
          </a:xfrm>
          <a:prstGeom prst="dodecagon">
            <a:avLst/>
          </a:prstGeom>
          <a:ln w="28575"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C</a:t>
            </a:r>
          </a:p>
        </p:txBody>
      </p:sp>
      <p:sp>
        <p:nvSpPr>
          <p:cNvPr id="76" name="59 Dodecágono">
            <a:extLst>
              <a:ext uri="{FF2B5EF4-FFF2-40B4-BE49-F238E27FC236}">
                <a16:creationId xmlns:a16="http://schemas.microsoft.com/office/drawing/2014/main" id="{89B7FFEB-11BE-4CFF-96D6-8302B60092C2}"/>
              </a:ext>
            </a:extLst>
          </p:cNvPr>
          <p:cNvSpPr/>
          <p:nvPr/>
        </p:nvSpPr>
        <p:spPr>
          <a:xfrm>
            <a:off x="8166078" y="8298488"/>
            <a:ext cx="177573" cy="177573"/>
          </a:xfrm>
          <a:prstGeom prst="dodecagon">
            <a:avLst/>
          </a:prstGeom>
          <a:ln w="28575"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C</a:t>
            </a:r>
          </a:p>
        </p:txBody>
      </p:sp>
      <p:sp>
        <p:nvSpPr>
          <p:cNvPr id="77" name="60 Dodecágono">
            <a:extLst>
              <a:ext uri="{FF2B5EF4-FFF2-40B4-BE49-F238E27FC236}">
                <a16:creationId xmlns:a16="http://schemas.microsoft.com/office/drawing/2014/main" id="{4D47AB78-CFBE-4949-B59A-3381A1623822}"/>
              </a:ext>
            </a:extLst>
          </p:cNvPr>
          <p:cNvSpPr/>
          <p:nvPr/>
        </p:nvSpPr>
        <p:spPr>
          <a:xfrm>
            <a:off x="8682075" y="9640079"/>
            <a:ext cx="177573" cy="177573"/>
          </a:xfrm>
          <a:prstGeom prst="dodec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C</a:t>
            </a:r>
          </a:p>
        </p:txBody>
      </p:sp>
      <p:cxnSp>
        <p:nvCxnSpPr>
          <p:cNvPr id="78" name="61 Conector recto">
            <a:extLst>
              <a:ext uri="{FF2B5EF4-FFF2-40B4-BE49-F238E27FC236}">
                <a16:creationId xmlns:a16="http://schemas.microsoft.com/office/drawing/2014/main" id="{FE7372CB-AE0B-4C14-9A10-F31A87320B97}"/>
              </a:ext>
            </a:extLst>
          </p:cNvPr>
          <p:cNvCxnSpPr/>
          <p:nvPr/>
        </p:nvCxnSpPr>
        <p:spPr>
          <a:xfrm>
            <a:off x="18952605" y="1511696"/>
            <a:ext cx="0" cy="1122339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9" name="62 Rectángulo">
            <a:extLst>
              <a:ext uri="{FF2B5EF4-FFF2-40B4-BE49-F238E27FC236}">
                <a16:creationId xmlns:a16="http://schemas.microsoft.com/office/drawing/2014/main" id="{A5F5A727-47D5-466B-A2F3-B3931E0C03DA}"/>
              </a:ext>
            </a:extLst>
          </p:cNvPr>
          <p:cNvSpPr/>
          <p:nvPr/>
        </p:nvSpPr>
        <p:spPr>
          <a:xfrm>
            <a:off x="19428146" y="5329397"/>
            <a:ext cx="1066702" cy="756745"/>
          </a:xfrm>
          <a:prstGeom prst="rect">
            <a:avLst/>
          </a:prstGeom>
          <a:noFill/>
        </p:spPr>
        <p:txBody>
          <a:bodyPr vert="vert270" wrap="square">
            <a:spAutoFit/>
          </a:bodyPr>
          <a:lstStyle/>
          <a:p>
            <a:pPr algn="ctr">
              <a:defRPr/>
            </a:pPr>
            <a:r>
              <a:rPr lang="es-ES" sz="2866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Candara" pitchFamily="34" charset="0"/>
              </a:rPr>
              <a:t>35 m</a:t>
            </a:r>
          </a:p>
        </p:txBody>
      </p:sp>
      <p:cxnSp>
        <p:nvCxnSpPr>
          <p:cNvPr id="80" name="68 Conector recto de flecha">
            <a:extLst>
              <a:ext uri="{FF2B5EF4-FFF2-40B4-BE49-F238E27FC236}">
                <a16:creationId xmlns:a16="http://schemas.microsoft.com/office/drawing/2014/main" id="{64443398-DEF1-41C7-A7A6-CF6AB36AFC28}"/>
              </a:ext>
            </a:extLst>
          </p:cNvPr>
          <p:cNvCxnSpPr/>
          <p:nvPr/>
        </p:nvCxnSpPr>
        <p:spPr>
          <a:xfrm>
            <a:off x="8985176" y="1336510"/>
            <a:ext cx="1701439" cy="1989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69 Conector recto">
            <a:extLst>
              <a:ext uri="{FF2B5EF4-FFF2-40B4-BE49-F238E27FC236}">
                <a16:creationId xmlns:a16="http://schemas.microsoft.com/office/drawing/2014/main" id="{21AA1AC7-CA6B-4BEA-A331-73A250B51B05}"/>
              </a:ext>
            </a:extLst>
          </p:cNvPr>
          <p:cNvCxnSpPr/>
          <p:nvPr/>
        </p:nvCxnSpPr>
        <p:spPr>
          <a:xfrm>
            <a:off x="8882794" y="1950801"/>
            <a:ext cx="1701440" cy="198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70 Forma libre">
            <a:extLst>
              <a:ext uri="{FF2B5EF4-FFF2-40B4-BE49-F238E27FC236}">
                <a16:creationId xmlns:a16="http://schemas.microsoft.com/office/drawing/2014/main" id="{CDE0926C-952C-445C-9BBD-D6EC43599D9F}"/>
              </a:ext>
            </a:extLst>
          </p:cNvPr>
          <p:cNvSpPr/>
          <p:nvPr/>
        </p:nvSpPr>
        <p:spPr>
          <a:xfrm>
            <a:off x="9253389" y="2155564"/>
            <a:ext cx="1213892" cy="378098"/>
          </a:xfrm>
          <a:custGeom>
            <a:avLst/>
            <a:gdLst>
              <a:gd name="connsiteX0" fmla="*/ 0 w 968829"/>
              <a:gd name="connsiteY0" fmla="*/ 97971 h 301170"/>
              <a:gd name="connsiteX1" fmla="*/ 108857 w 968829"/>
              <a:gd name="connsiteY1" fmla="*/ 108857 h 301170"/>
              <a:gd name="connsiteX2" fmla="*/ 163286 w 968829"/>
              <a:gd name="connsiteY2" fmla="*/ 239485 h 301170"/>
              <a:gd name="connsiteX3" fmla="*/ 283029 w 968829"/>
              <a:gd name="connsiteY3" fmla="*/ 228600 h 301170"/>
              <a:gd name="connsiteX4" fmla="*/ 337457 w 968829"/>
              <a:gd name="connsiteY4" fmla="*/ 54428 h 301170"/>
              <a:gd name="connsiteX5" fmla="*/ 446314 w 968829"/>
              <a:gd name="connsiteY5" fmla="*/ 32657 h 301170"/>
              <a:gd name="connsiteX6" fmla="*/ 468086 w 968829"/>
              <a:gd name="connsiteY6" fmla="*/ 250371 h 301170"/>
              <a:gd name="connsiteX7" fmla="*/ 566057 w 968829"/>
              <a:gd name="connsiteY7" fmla="*/ 272142 h 301170"/>
              <a:gd name="connsiteX8" fmla="*/ 642257 w 968829"/>
              <a:gd name="connsiteY8" fmla="*/ 76200 h 301170"/>
              <a:gd name="connsiteX9" fmla="*/ 740229 w 968829"/>
              <a:gd name="connsiteY9" fmla="*/ 76200 h 301170"/>
              <a:gd name="connsiteX10" fmla="*/ 783771 w 968829"/>
              <a:gd name="connsiteY10" fmla="*/ 195942 h 301170"/>
              <a:gd name="connsiteX11" fmla="*/ 870857 w 968829"/>
              <a:gd name="connsiteY11" fmla="*/ 195942 h 301170"/>
              <a:gd name="connsiteX12" fmla="*/ 968829 w 968829"/>
              <a:gd name="connsiteY12" fmla="*/ 130628 h 30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8829" h="301170">
                <a:moveTo>
                  <a:pt x="0" y="97971"/>
                </a:moveTo>
                <a:cubicBezTo>
                  <a:pt x="40821" y="91621"/>
                  <a:pt x="81643" y="85271"/>
                  <a:pt x="108857" y="108857"/>
                </a:cubicBezTo>
                <a:cubicBezTo>
                  <a:pt x="136071" y="132443"/>
                  <a:pt x="134257" y="219528"/>
                  <a:pt x="163286" y="239485"/>
                </a:cubicBezTo>
                <a:cubicBezTo>
                  <a:pt x="192315" y="259442"/>
                  <a:pt x="254001" y="259443"/>
                  <a:pt x="283029" y="228600"/>
                </a:cubicBezTo>
                <a:cubicBezTo>
                  <a:pt x="312058" y="197757"/>
                  <a:pt x="310243" y="87085"/>
                  <a:pt x="337457" y="54428"/>
                </a:cubicBezTo>
                <a:cubicBezTo>
                  <a:pt x="364671" y="21771"/>
                  <a:pt x="424543" y="0"/>
                  <a:pt x="446314" y="32657"/>
                </a:cubicBezTo>
                <a:cubicBezTo>
                  <a:pt x="468085" y="65314"/>
                  <a:pt x="448129" y="210457"/>
                  <a:pt x="468086" y="250371"/>
                </a:cubicBezTo>
                <a:cubicBezTo>
                  <a:pt x="488043" y="290285"/>
                  <a:pt x="537029" y="301170"/>
                  <a:pt x="566057" y="272142"/>
                </a:cubicBezTo>
                <a:cubicBezTo>
                  <a:pt x="595085" y="243114"/>
                  <a:pt x="613228" y="108857"/>
                  <a:pt x="642257" y="76200"/>
                </a:cubicBezTo>
                <a:cubicBezTo>
                  <a:pt x="671286" y="43543"/>
                  <a:pt x="716643" y="56243"/>
                  <a:pt x="740229" y="76200"/>
                </a:cubicBezTo>
                <a:cubicBezTo>
                  <a:pt x="763815" y="96157"/>
                  <a:pt x="762000" y="175985"/>
                  <a:pt x="783771" y="195942"/>
                </a:cubicBezTo>
                <a:cubicBezTo>
                  <a:pt x="805542" y="215899"/>
                  <a:pt x="840014" y="206828"/>
                  <a:pt x="870857" y="195942"/>
                </a:cubicBezTo>
                <a:cubicBezTo>
                  <a:pt x="901700" y="185056"/>
                  <a:pt x="923472" y="186871"/>
                  <a:pt x="968829" y="130628"/>
                </a:cubicBezTo>
              </a:path>
            </a:pathLst>
          </a:cu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 b="1"/>
          </a:p>
        </p:txBody>
      </p:sp>
      <p:cxnSp>
        <p:nvCxnSpPr>
          <p:cNvPr id="83" name="71 Conector recto de flecha">
            <a:extLst>
              <a:ext uri="{FF2B5EF4-FFF2-40B4-BE49-F238E27FC236}">
                <a16:creationId xmlns:a16="http://schemas.microsoft.com/office/drawing/2014/main" id="{536AA6CF-B98E-4B35-91CC-D68343F6F022}"/>
              </a:ext>
            </a:extLst>
          </p:cNvPr>
          <p:cNvCxnSpPr/>
          <p:nvPr/>
        </p:nvCxnSpPr>
        <p:spPr>
          <a:xfrm>
            <a:off x="8985176" y="1643655"/>
            <a:ext cx="1701439" cy="1991"/>
          </a:xfrm>
          <a:prstGeom prst="straightConnector1">
            <a:avLst/>
          </a:prstGeom>
          <a:ln w="22225">
            <a:solidFill>
              <a:schemeClr val="bg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72 Forma libre">
            <a:extLst>
              <a:ext uri="{FF2B5EF4-FFF2-40B4-BE49-F238E27FC236}">
                <a16:creationId xmlns:a16="http://schemas.microsoft.com/office/drawing/2014/main" id="{8E1DDA67-A5BC-4DB2-B01D-61B739C2BEC3}"/>
              </a:ext>
            </a:extLst>
          </p:cNvPr>
          <p:cNvSpPr/>
          <p:nvPr/>
        </p:nvSpPr>
        <p:spPr>
          <a:xfrm>
            <a:off x="9599468" y="2769855"/>
            <a:ext cx="447747" cy="198999"/>
          </a:xfrm>
          <a:custGeom>
            <a:avLst/>
            <a:gdLst>
              <a:gd name="connsiteX0" fmla="*/ 0 w 968829"/>
              <a:gd name="connsiteY0" fmla="*/ 97971 h 301170"/>
              <a:gd name="connsiteX1" fmla="*/ 108857 w 968829"/>
              <a:gd name="connsiteY1" fmla="*/ 108857 h 301170"/>
              <a:gd name="connsiteX2" fmla="*/ 163286 w 968829"/>
              <a:gd name="connsiteY2" fmla="*/ 239485 h 301170"/>
              <a:gd name="connsiteX3" fmla="*/ 283029 w 968829"/>
              <a:gd name="connsiteY3" fmla="*/ 228600 h 301170"/>
              <a:gd name="connsiteX4" fmla="*/ 337457 w 968829"/>
              <a:gd name="connsiteY4" fmla="*/ 54428 h 301170"/>
              <a:gd name="connsiteX5" fmla="*/ 446314 w 968829"/>
              <a:gd name="connsiteY5" fmla="*/ 32657 h 301170"/>
              <a:gd name="connsiteX6" fmla="*/ 468086 w 968829"/>
              <a:gd name="connsiteY6" fmla="*/ 250371 h 301170"/>
              <a:gd name="connsiteX7" fmla="*/ 566057 w 968829"/>
              <a:gd name="connsiteY7" fmla="*/ 272142 h 301170"/>
              <a:gd name="connsiteX8" fmla="*/ 642257 w 968829"/>
              <a:gd name="connsiteY8" fmla="*/ 76200 h 301170"/>
              <a:gd name="connsiteX9" fmla="*/ 740229 w 968829"/>
              <a:gd name="connsiteY9" fmla="*/ 76200 h 301170"/>
              <a:gd name="connsiteX10" fmla="*/ 783771 w 968829"/>
              <a:gd name="connsiteY10" fmla="*/ 195942 h 301170"/>
              <a:gd name="connsiteX11" fmla="*/ 870857 w 968829"/>
              <a:gd name="connsiteY11" fmla="*/ 195942 h 301170"/>
              <a:gd name="connsiteX12" fmla="*/ 968829 w 968829"/>
              <a:gd name="connsiteY12" fmla="*/ 130628 h 30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68829" h="301170">
                <a:moveTo>
                  <a:pt x="0" y="97971"/>
                </a:moveTo>
                <a:cubicBezTo>
                  <a:pt x="40821" y="91621"/>
                  <a:pt x="81643" y="85271"/>
                  <a:pt x="108857" y="108857"/>
                </a:cubicBezTo>
                <a:cubicBezTo>
                  <a:pt x="136071" y="132443"/>
                  <a:pt x="134257" y="219528"/>
                  <a:pt x="163286" y="239485"/>
                </a:cubicBezTo>
                <a:cubicBezTo>
                  <a:pt x="192315" y="259442"/>
                  <a:pt x="254001" y="259443"/>
                  <a:pt x="283029" y="228600"/>
                </a:cubicBezTo>
                <a:cubicBezTo>
                  <a:pt x="312058" y="197757"/>
                  <a:pt x="310243" y="87085"/>
                  <a:pt x="337457" y="54428"/>
                </a:cubicBezTo>
                <a:cubicBezTo>
                  <a:pt x="364671" y="21771"/>
                  <a:pt x="424543" y="0"/>
                  <a:pt x="446314" y="32657"/>
                </a:cubicBezTo>
                <a:cubicBezTo>
                  <a:pt x="468085" y="65314"/>
                  <a:pt x="448129" y="210457"/>
                  <a:pt x="468086" y="250371"/>
                </a:cubicBezTo>
                <a:cubicBezTo>
                  <a:pt x="488043" y="290285"/>
                  <a:pt x="537029" y="301170"/>
                  <a:pt x="566057" y="272142"/>
                </a:cubicBezTo>
                <a:cubicBezTo>
                  <a:pt x="595085" y="243114"/>
                  <a:pt x="613228" y="108857"/>
                  <a:pt x="642257" y="76200"/>
                </a:cubicBezTo>
                <a:cubicBezTo>
                  <a:pt x="671286" y="43543"/>
                  <a:pt x="716643" y="56243"/>
                  <a:pt x="740229" y="76200"/>
                </a:cubicBezTo>
                <a:cubicBezTo>
                  <a:pt x="763815" y="96157"/>
                  <a:pt x="762000" y="175985"/>
                  <a:pt x="783771" y="195942"/>
                </a:cubicBezTo>
                <a:cubicBezTo>
                  <a:pt x="805542" y="215899"/>
                  <a:pt x="840014" y="206828"/>
                  <a:pt x="870857" y="195942"/>
                </a:cubicBezTo>
                <a:cubicBezTo>
                  <a:pt x="901700" y="185056"/>
                  <a:pt x="923472" y="186871"/>
                  <a:pt x="968829" y="130628"/>
                </a:cubicBezTo>
              </a:path>
            </a:pathLst>
          </a:cu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 b="1"/>
          </a:p>
        </p:txBody>
      </p:sp>
      <p:sp>
        <p:nvSpPr>
          <p:cNvPr id="85" name="73 Dodecágono">
            <a:extLst>
              <a:ext uri="{FF2B5EF4-FFF2-40B4-BE49-F238E27FC236}">
                <a16:creationId xmlns:a16="http://schemas.microsoft.com/office/drawing/2014/main" id="{4DC847B8-72BD-4A62-8651-B0822C416911}"/>
              </a:ext>
            </a:extLst>
          </p:cNvPr>
          <p:cNvSpPr/>
          <p:nvPr/>
        </p:nvSpPr>
        <p:spPr>
          <a:xfrm>
            <a:off x="11135169" y="517423"/>
            <a:ext cx="177573" cy="177573"/>
          </a:xfrm>
          <a:prstGeom prst="dodec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86" name="74 Dodecágono">
            <a:extLst>
              <a:ext uri="{FF2B5EF4-FFF2-40B4-BE49-F238E27FC236}">
                <a16:creationId xmlns:a16="http://schemas.microsoft.com/office/drawing/2014/main" id="{32B43E88-A4EC-4BDA-8653-C009FB2CBF40}"/>
              </a:ext>
            </a:extLst>
          </p:cNvPr>
          <p:cNvSpPr/>
          <p:nvPr/>
        </p:nvSpPr>
        <p:spPr>
          <a:xfrm>
            <a:off x="11135169" y="4284159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87" name="75 Dodecágono">
            <a:extLst>
              <a:ext uri="{FF2B5EF4-FFF2-40B4-BE49-F238E27FC236}">
                <a16:creationId xmlns:a16="http://schemas.microsoft.com/office/drawing/2014/main" id="{3CFA1481-65AB-4B24-A5A3-122CBA38BCC3}"/>
              </a:ext>
            </a:extLst>
          </p:cNvPr>
          <p:cNvSpPr/>
          <p:nvPr/>
        </p:nvSpPr>
        <p:spPr>
          <a:xfrm>
            <a:off x="11135169" y="4800155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88" name="76 Dodecágono">
            <a:extLst>
              <a:ext uri="{FF2B5EF4-FFF2-40B4-BE49-F238E27FC236}">
                <a16:creationId xmlns:a16="http://schemas.microsoft.com/office/drawing/2014/main" id="{1F16D29E-44C8-47AD-B72A-58F803C4954B}"/>
              </a:ext>
            </a:extLst>
          </p:cNvPr>
          <p:cNvSpPr/>
          <p:nvPr/>
        </p:nvSpPr>
        <p:spPr>
          <a:xfrm>
            <a:off x="11135169" y="3252165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89" name="77 Dodecágono">
            <a:extLst>
              <a:ext uri="{FF2B5EF4-FFF2-40B4-BE49-F238E27FC236}">
                <a16:creationId xmlns:a16="http://schemas.microsoft.com/office/drawing/2014/main" id="{039322FE-79DA-477A-819C-7F0D905F1D63}"/>
              </a:ext>
            </a:extLst>
          </p:cNvPr>
          <p:cNvSpPr/>
          <p:nvPr/>
        </p:nvSpPr>
        <p:spPr>
          <a:xfrm>
            <a:off x="11135169" y="2116973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90" name="78 Dodecágono">
            <a:extLst>
              <a:ext uri="{FF2B5EF4-FFF2-40B4-BE49-F238E27FC236}">
                <a16:creationId xmlns:a16="http://schemas.microsoft.com/office/drawing/2014/main" id="{2F45AC88-BADB-406A-AED2-5A8D5EF1239E}"/>
              </a:ext>
            </a:extLst>
          </p:cNvPr>
          <p:cNvSpPr/>
          <p:nvPr/>
        </p:nvSpPr>
        <p:spPr>
          <a:xfrm>
            <a:off x="11135169" y="1600976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91" name="79 Dodecágono">
            <a:extLst>
              <a:ext uri="{FF2B5EF4-FFF2-40B4-BE49-F238E27FC236}">
                <a16:creationId xmlns:a16="http://schemas.microsoft.com/office/drawing/2014/main" id="{C0032113-E57D-46F1-A977-0491C4F6C056}"/>
              </a:ext>
            </a:extLst>
          </p:cNvPr>
          <p:cNvSpPr/>
          <p:nvPr/>
        </p:nvSpPr>
        <p:spPr>
          <a:xfrm>
            <a:off x="11135169" y="1084979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92" name="80 Dodecágono">
            <a:extLst>
              <a:ext uri="{FF2B5EF4-FFF2-40B4-BE49-F238E27FC236}">
                <a16:creationId xmlns:a16="http://schemas.microsoft.com/office/drawing/2014/main" id="{38AE6E9C-49F4-40F1-ACE2-393CC3D7FEB0}"/>
              </a:ext>
            </a:extLst>
          </p:cNvPr>
          <p:cNvSpPr/>
          <p:nvPr/>
        </p:nvSpPr>
        <p:spPr>
          <a:xfrm>
            <a:off x="11135169" y="3768162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93" name="81 Dodecágono">
            <a:extLst>
              <a:ext uri="{FF2B5EF4-FFF2-40B4-BE49-F238E27FC236}">
                <a16:creationId xmlns:a16="http://schemas.microsoft.com/office/drawing/2014/main" id="{C370C9BE-0838-4695-BDE1-2153ED58E925}"/>
              </a:ext>
            </a:extLst>
          </p:cNvPr>
          <p:cNvSpPr/>
          <p:nvPr/>
        </p:nvSpPr>
        <p:spPr>
          <a:xfrm>
            <a:off x="11135169" y="2684609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94" name="82 Dodecágono">
            <a:extLst>
              <a:ext uri="{FF2B5EF4-FFF2-40B4-BE49-F238E27FC236}">
                <a16:creationId xmlns:a16="http://schemas.microsoft.com/office/drawing/2014/main" id="{A8EDE16D-BD89-45FA-855F-DD3FC7E53FA3}"/>
              </a:ext>
            </a:extLst>
          </p:cNvPr>
          <p:cNvSpPr/>
          <p:nvPr/>
        </p:nvSpPr>
        <p:spPr>
          <a:xfrm>
            <a:off x="11135169" y="5264592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577" b="1">
                <a:latin typeface="Candara" pitchFamily="34" charset="0"/>
              </a:rPr>
              <a:t>10</a:t>
            </a:r>
          </a:p>
        </p:txBody>
      </p:sp>
      <p:sp>
        <p:nvSpPr>
          <p:cNvPr id="95" name="83 Dodecágono">
            <a:extLst>
              <a:ext uri="{FF2B5EF4-FFF2-40B4-BE49-F238E27FC236}">
                <a16:creationId xmlns:a16="http://schemas.microsoft.com/office/drawing/2014/main" id="{8CA21375-A919-46AD-8CD6-925A32A53749}"/>
              </a:ext>
            </a:extLst>
          </p:cNvPr>
          <p:cNvSpPr/>
          <p:nvPr/>
        </p:nvSpPr>
        <p:spPr>
          <a:xfrm>
            <a:off x="11135169" y="5780589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latin typeface="Candara" pitchFamily="34" charset="0"/>
              </a:rPr>
              <a:t>11</a:t>
            </a:r>
          </a:p>
        </p:txBody>
      </p:sp>
      <p:sp>
        <p:nvSpPr>
          <p:cNvPr id="96" name="84 Dodecágono">
            <a:extLst>
              <a:ext uri="{FF2B5EF4-FFF2-40B4-BE49-F238E27FC236}">
                <a16:creationId xmlns:a16="http://schemas.microsoft.com/office/drawing/2014/main" id="{9B42272B-E6BB-4EAB-8D55-EA3C1802EC75}"/>
              </a:ext>
            </a:extLst>
          </p:cNvPr>
          <p:cNvSpPr/>
          <p:nvPr/>
        </p:nvSpPr>
        <p:spPr>
          <a:xfrm>
            <a:off x="14001877" y="517423"/>
            <a:ext cx="177573" cy="177573"/>
          </a:xfrm>
          <a:prstGeom prst="dodecag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97" name="85 Dodecágono">
            <a:extLst>
              <a:ext uri="{FF2B5EF4-FFF2-40B4-BE49-F238E27FC236}">
                <a16:creationId xmlns:a16="http://schemas.microsoft.com/office/drawing/2014/main" id="{09392E52-173B-48B3-B5B5-ED518892322A}"/>
              </a:ext>
            </a:extLst>
          </p:cNvPr>
          <p:cNvSpPr/>
          <p:nvPr/>
        </p:nvSpPr>
        <p:spPr>
          <a:xfrm>
            <a:off x="14001877" y="4284159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98" name="86 Dodecágono">
            <a:extLst>
              <a:ext uri="{FF2B5EF4-FFF2-40B4-BE49-F238E27FC236}">
                <a16:creationId xmlns:a16="http://schemas.microsoft.com/office/drawing/2014/main" id="{5FA7DA20-C70A-4FAE-BC84-10B9C04A12C6}"/>
              </a:ext>
            </a:extLst>
          </p:cNvPr>
          <p:cNvSpPr/>
          <p:nvPr/>
        </p:nvSpPr>
        <p:spPr>
          <a:xfrm>
            <a:off x="14001877" y="4800155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99" name="87 Dodecágono">
            <a:extLst>
              <a:ext uri="{FF2B5EF4-FFF2-40B4-BE49-F238E27FC236}">
                <a16:creationId xmlns:a16="http://schemas.microsoft.com/office/drawing/2014/main" id="{439AC25E-E3B4-412C-B976-82FDF43282C5}"/>
              </a:ext>
            </a:extLst>
          </p:cNvPr>
          <p:cNvSpPr/>
          <p:nvPr/>
        </p:nvSpPr>
        <p:spPr>
          <a:xfrm>
            <a:off x="14001877" y="3252165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100" name="88 Dodecágono">
            <a:extLst>
              <a:ext uri="{FF2B5EF4-FFF2-40B4-BE49-F238E27FC236}">
                <a16:creationId xmlns:a16="http://schemas.microsoft.com/office/drawing/2014/main" id="{0A6A4237-FC6B-4B44-99F1-B5CB91C6A304}"/>
              </a:ext>
            </a:extLst>
          </p:cNvPr>
          <p:cNvSpPr/>
          <p:nvPr/>
        </p:nvSpPr>
        <p:spPr>
          <a:xfrm>
            <a:off x="14001877" y="2116973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101" name="89 Dodecágono">
            <a:extLst>
              <a:ext uri="{FF2B5EF4-FFF2-40B4-BE49-F238E27FC236}">
                <a16:creationId xmlns:a16="http://schemas.microsoft.com/office/drawing/2014/main" id="{353E96C9-BD88-47EB-9BB1-AA89B14E9304}"/>
              </a:ext>
            </a:extLst>
          </p:cNvPr>
          <p:cNvSpPr/>
          <p:nvPr/>
        </p:nvSpPr>
        <p:spPr>
          <a:xfrm>
            <a:off x="14001877" y="1600976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02" name="90 Dodecágono">
            <a:extLst>
              <a:ext uri="{FF2B5EF4-FFF2-40B4-BE49-F238E27FC236}">
                <a16:creationId xmlns:a16="http://schemas.microsoft.com/office/drawing/2014/main" id="{888BAF9D-4CBE-4199-818C-380982C54A13}"/>
              </a:ext>
            </a:extLst>
          </p:cNvPr>
          <p:cNvSpPr/>
          <p:nvPr/>
        </p:nvSpPr>
        <p:spPr>
          <a:xfrm>
            <a:off x="14001877" y="1084979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103" name="91 Dodecágono">
            <a:extLst>
              <a:ext uri="{FF2B5EF4-FFF2-40B4-BE49-F238E27FC236}">
                <a16:creationId xmlns:a16="http://schemas.microsoft.com/office/drawing/2014/main" id="{0E71DF9C-87A4-4E35-9098-A026D02BA737}"/>
              </a:ext>
            </a:extLst>
          </p:cNvPr>
          <p:cNvSpPr/>
          <p:nvPr/>
        </p:nvSpPr>
        <p:spPr>
          <a:xfrm>
            <a:off x="14001877" y="3768162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104" name="92 Dodecágono">
            <a:extLst>
              <a:ext uri="{FF2B5EF4-FFF2-40B4-BE49-F238E27FC236}">
                <a16:creationId xmlns:a16="http://schemas.microsoft.com/office/drawing/2014/main" id="{C559C09D-CBB7-4CB0-B86F-74C272024FF6}"/>
              </a:ext>
            </a:extLst>
          </p:cNvPr>
          <p:cNvSpPr/>
          <p:nvPr/>
        </p:nvSpPr>
        <p:spPr>
          <a:xfrm>
            <a:off x="14001877" y="2684609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105" name="93 Dodecágono">
            <a:extLst>
              <a:ext uri="{FF2B5EF4-FFF2-40B4-BE49-F238E27FC236}">
                <a16:creationId xmlns:a16="http://schemas.microsoft.com/office/drawing/2014/main" id="{BAF3F619-D3EC-40BE-9F8C-743F5B3936C5}"/>
              </a:ext>
            </a:extLst>
          </p:cNvPr>
          <p:cNvSpPr/>
          <p:nvPr/>
        </p:nvSpPr>
        <p:spPr>
          <a:xfrm>
            <a:off x="14001877" y="5264592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latin typeface="Candara" pitchFamily="34" charset="0"/>
              </a:rPr>
              <a:t>10</a:t>
            </a:r>
          </a:p>
        </p:txBody>
      </p:sp>
      <p:sp>
        <p:nvSpPr>
          <p:cNvPr id="106" name="94 Dodecágono">
            <a:extLst>
              <a:ext uri="{FF2B5EF4-FFF2-40B4-BE49-F238E27FC236}">
                <a16:creationId xmlns:a16="http://schemas.microsoft.com/office/drawing/2014/main" id="{BB6A2482-37B5-410F-8DAC-7EA7A42857D6}"/>
              </a:ext>
            </a:extLst>
          </p:cNvPr>
          <p:cNvSpPr/>
          <p:nvPr/>
        </p:nvSpPr>
        <p:spPr>
          <a:xfrm>
            <a:off x="14001877" y="5780589"/>
            <a:ext cx="177573" cy="177573"/>
          </a:xfrm>
          <a:prstGeom prst="dodec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latin typeface="Candara" pitchFamily="34" charset="0"/>
              </a:rPr>
              <a:t>11</a:t>
            </a:r>
          </a:p>
        </p:txBody>
      </p:sp>
      <p:sp>
        <p:nvSpPr>
          <p:cNvPr id="107" name="95 Dodecágono">
            <a:extLst>
              <a:ext uri="{FF2B5EF4-FFF2-40B4-BE49-F238E27FC236}">
                <a16:creationId xmlns:a16="http://schemas.microsoft.com/office/drawing/2014/main" id="{B166798F-B8D7-48B3-84A8-08C9A87CC72F}"/>
              </a:ext>
            </a:extLst>
          </p:cNvPr>
          <p:cNvSpPr/>
          <p:nvPr/>
        </p:nvSpPr>
        <p:spPr>
          <a:xfrm>
            <a:off x="11851846" y="517423"/>
            <a:ext cx="177573" cy="177573"/>
          </a:xfrm>
          <a:prstGeom prst="dodec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108" name="96 Dodecágono">
            <a:extLst>
              <a:ext uri="{FF2B5EF4-FFF2-40B4-BE49-F238E27FC236}">
                <a16:creationId xmlns:a16="http://schemas.microsoft.com/office/drawing/2014/main" id="{A21AFCBB-E6AC-44C4-AB21-471FB83AA05E}"/>
              </a:ext>
            </a:extLst>
          </p:cNvPr>
          <p:cNvSpPr/>
          <p:nvPr/>
        </p:nvSpPr>
        <p:spPr>
          <a:xfrm>
            <a:off x="11859370" y="4274910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109" name="97 Dodecágono">
            <a:extLst>
              <a:ext uri="{FF2B5EF4-FFF2-40B4-BE49-F238E27FC236}">
                <a16:creationId xmlns:a16="http://schemas.microsoft.com/office/drawing/2014/main" id="{08C44DE0-DB12-46F5-9A9D-88CD1BE3C9D7}"/>
              </a:ext>
            </a:extLst>
          </p:cNvPr>
          <p:cNvSpPr/>
          <p:nvPr/>
        </p:nvSpPr>
        <p:spPr>
          <a:xfrm>
            <a:off x="11851846" y="4800155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110" name="98 Dodecágono">
            <a:extLst>
              <a:ext uri="{FF2B5EF4-FFF2-40B4-BE49-F238E27FC236}">
                <a16:creationId xmlns:a16="http://schemas.microsoft.com/office/drawing/2014/main" id="{E93BA48F-47CD-406A-954B-6F4AEA065183}"/>
              </a:ext>
            </a:extLst>
          </p:cNvPr>
          <p:cNvSpPr/>
          <p:nvPr/>
        </p:nvSpPr>
        <p:spPr>
          <a:xfrm>
            <a:off x="11851846" y="3252165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111" name="99 Dodecágono">
            <a:extLst>
              <a:ext uri="{FF2B5EF4-FFF2-40B4-BE49-F238E27FC236}">
                <a16:creationId xmlns:a16="http://schemas.microsoft.com/office/drawing/2014/main" id="{A74A0498-4866-46AE-8FA6-C2524648179C}"/>
              </a:ext>
            </a:extLst>
          </p:cNvPr>
          <p:cNvSpPr/>
          <p:nvPr/>
        </p:nvSpPr>
        <p:spPr>
          <a:xfrm>
            <a:off x="11851846" y="2116973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112" name="100 Dodecágono">
            <a:extLst>
              <a:ext uri="{FF2B5EF4-FFF2-40B4-BE49-F238E27FC236}">
                <a16:creationId xmlns:a16="http://schemas.microsoft.com/office/drawing/2014/main" id="{66A7EC2A-21C6-4387-940D-6BEB09E33879}"/>
              </a:ext>
            </a:extLst>
          </p:cNvPr>
          <p:cNvSpPr/>
          <p:nvPr/>
        </p:nvSpPr>
        <p:spPr>
          <a:xfrm>
            <a:off x="11851846" y="1600976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13" name="101 Dodecágono">
            <a:extLst>
              <a:ext uri="{FF2B5EF4-FFF2-40B4-BE49-F238E27FC236}">
                <a16:creationId xmlns:a16="http://schemas.microsoft.com/office/drawing/2014/main" id="{AFDE9594-CD18-4535-A9E5-CA4D280312F1}"/>
              </a:ext>
            </a:extLst>
          </p:cNvPr>
          <p:cNvSpPr/>
          <p:nvPr/>
        </p:nvSpPr>
        <p:spPr>
          <a:xfrm>
            <a:off x="11851846" y="1084979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114" name="102 Dodecágono">
            <a:extLst>
              <a:ext uri="{FF2B5EF4-FFF2-40B4-BE49-F238E27FC236}">
                <a16:creationId xmlns:a16="http://schemas.microsoft.com/office/drawing/2014/main" id="{11605246-8206-4BAE-81BC-5EBB47AB8E30}"/>
              </a:ext>
            </a:extLst>
          </p:cNvPr>
          <p:cNvSpPr/>
          <p:nvPr/>
        </p:nvSpPr>
        <p:spPr>
          <a:xfrm>
            <a:off x="11851846" y="3768162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115" name="103 Dodecágono">
            <a:extLst>
              <a:ext uri="{FF2B5EF4-FFF2-40B4-BE49-F238E27FC236}">
                <a16:creationId xmlns:a16="http://schemas.microsoft.com/office/drawing/2014/main" id="{33E4102E-CE4F-4D9F-A7F5-70C512BB3AEA}"/>
              </a:ext>
            </a:extLst>
          </p:cNvPr>
          <p:cNvSpPr/>
          <p:nvPr/>
        </p:nvSpPr>
        <p:spPr>
          <a:xfrm>
            <a:off x="11851846" y="2684609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116" name="104 Dodecágono">
            <a:extLst>
              <a:ext uri="{FF2B5EF4-FFF2-40B4-BE49-F238E27FC236}">
                <a16:creationId xmlns:a16="http://schemas.microsoft.com/office/drawing/2014/main" id="{F72439EF-9A8A-4E77-A008-279216CBF863}"/>
              </a:ext>
            </a:extLst>
          </p:cNvPr>
          <p:cNvSpPr/>
          <p:nvPr/>
        </p:nvSpPr>
        <p:spPr>
          <a:xfrm>
            <a:off x="11851846" y="5264592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</a:rPr>
              <a:t>10</a:t>
            </a:r>
          </a:p>
        </p:txBody>
      </p:sp>
      <p:sp>
        <p:nvSpPr>
          <p:cNvPr id="117" name="105 Dodecágono">
            <a:extLst>
              <a:ext uri="{FF2B5EF4-FFF2-40B4-BE49-F238E27FC236}">
                <a16:creationId xmlns:a16="http://schemas.microsoft.com/office/drawing/2014/main" id="{3D0DA6E2-4E3A-4FFA-BD7B-042D6EE1A410}"/>
              </a:ext>
            </a:extLst>
          </p:cNvPr>
          <p:cNvSpPr/>
          <p:nvPr/>
        </p:nvSpPr>
        <p:spPr>
          <a:xfrm>
            <a:off x="11851846" y="5780589"/>
            <a:ext cx="177573" cy="177573"/>
          </a:xfrm>
          <a:prstGeom prst="dodec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</a:rPr>
              <a:t>11</a:t>
            </a:r>
          </a:p>
        </p:txBody>
      </p:sp>
      <p:sp>
        <p:nvSpPr>
          <p:cNvPr id="118" name="106 Dodecágono">
            <a:extLst>
              <a:ext uri="{FF2B5EF4-FFF2-40B4-BE49-F238E27FC236}">
                <a16:creationId xmlns:a16="http://schemas.microsoft.com/office/drawing/2014/main" id="{F1826225-AB93-46BA-B7D2-9A5396D6BECA}"/>
              </a:ext>
            </a:extLst>
          </p:cNvPr>
          <p:cNvSpPr/>
          <p:nvPr/>
        </p:nvSpPr>
        <p:spPr>
          <a:xfrm>
            <a:off x="12568523" y="517423"/>
            <a:ext cx="177573" cy="177573"/>
          </a:xfrm>
          <a:prstGeom prst="dodecagon">
            <a:avLst/>
          </a:prstGeom>
          <a:solidFill>
            <a:schemeClr val="tx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119" name="107 Dodecágono">
            <a:extLst>
              <a:ext uri="{FF2B5EF4-FFF2-40B4-BE49-F238E27FC236}">
                <a16:creationId xmlns:a16="http://schemas.microsoft.com/office/drawing/2014/main" id="{96AB10CF-BC64-4220-A255-4956D60A1D19}"/>
              </a:ext>
            </a:extLst>
          </p:cNvPr>
          <p:cNvSpPr/>
          <p:nvPr/>
        </p:nvSpPr>
        <p:spPr>
          <a:xfrm>
            <a:off x="12568523" y="4284159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120" name="108 Dodecágono">
            <a:extLst>
              <a:ext uri="{FF2B5EF4-FFF2-40B4-BE49-F238E27FC236}">
                <a16:creationId xmlns:a16="http://schemas.microsoft.com/office/drawing/2014/main" id="{B06BE713-C1E3-40BF-A103-2A06FE61E026}"/>
              </a:ext>
            </a:extLst>
          </p:cNvPr>
          <p:cNvSpPr/>
          <p:nvPr/>
        </p:nvSpPr>
        <p:spPr>
          <a:xfrm>
            <a:off x="12568523" y="4800155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121" name="109 Dodecágono">
            <a:extLst>
              <a:ext uri="{FF2B5EF4-FFF2-40B4-BE49-F238E27FC236}">
                <a16:creationId xmlns:a16="http://schemas.microsoft.com/office/drawing/2014/main" id="{71A11F62-7960-407B-A275-F08DA71C5046}"/>
              </a:ext>
            </a:extLst>
          </p:cNvPr>
          <p:cNvSpPr/>
          <p:nvPr/>
        </p:nvSpPr>
        <p:spPr>
          <a:xfrm>
            <a:off x="12568523" y="3252165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122" name="110 Dodecágono">
            <a:extLst>
              <a:ext uri="{FF2B5EF4-FFF2-40B4-BE49-F238E27FC236}">
                <a16:creationId xmlns:a16="http://schemas.microsoft.com/office/drawing/2014/main" id="{29846118-D584-41B5-A1DE-5DEEEC51555A}"/>
              </a:ext>
            </a:extLst>
          </p:cNvPr>
          <p:cNvSpPr/>
          <p:nvPr/>
        </p:nvSpPr>
        <p:spPr>
          <a:xfrm>
            <a:off x="12568523" y="2116973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123" name="111 Dodecágono">
            <a:extLst>
              <a:ext uri="{FF2B5EF4-FFF2-40B4-BE49-F238E27FC236}">
                <a16:creationId xmlns:a16="http://schemas.microsoft.com/office/drawing/2014/main" id="{8D653DD0-3047-4955-BDB7-1BDF5D0D015A}"/>
              </a:ext>
            </a:extLst>
          </p:cNvPr>
          <p:cNvSpPr/>
          <p:nvPr/>
        </p:nvSpPr>
        <p:spPr>
          <a:xfrm>
            <a:off x="12568523" y="1600976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24" name="112 Dodecágono">
            <a:extLst>
              <a:ext uri="{FF2B5EF4-FFF2-40B4-BE49-F238E27FC236}">
                <a16:creationId xmlns:a16="http://schemas.microsoft.com/office/drawing/2014/main" id="{3EDAAB85-9FB3-479E-ABA3-AF65ABCA95C9}"/>
              </a:ext>
            </a:extLst>
          </p:cNvPr>
          <p:cNvSpPr/>
          <p:nvPr/>
        </p:nvSpPr>
        <p:spPr>
          <a:xfrm>
            <a:off x="12568523" y="1084979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125" name="113 Dodecágono">
            <a:extLst>
              <a:ext uri="{FF2B5EF4-FFF2-40B4-BE49-F238E27FC236}">
                <a16:creationId xmlns:a16="http://schemas.microsoft.com/office/drawing/2014/main" id="{B8DCCB06-DAA9-4085-BF2B-56171E5BA185}"/>
              </a:ext>
            </a:extLst>
          </p:cNvPr>
          <p:cNvSpPr/>
          <p:nvPr/>
        </p:nvSpPr>
        <p:spPr>
          <a:xfrm>
            <a:off x="12568523" y="3768162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126" name="114 Dodecágono">
            <a:extLst>
              <a:ext uri="{FF2B5EF4-FFF2-40B4-BE49-F238E27FC236}">
                <a16:creationId xmlns:a16="http://schemas.microsoft.com/office/drawing/2014/main" id="{660A8A1B-F1A2-487A-9B81-B7B2D459DB26}"/>
              </a:ext>
            </a:extLst>
          </p:cNvPr>
          <p:cNvSpPr/>
          <p:nvPr/>
        </p:nvSpPr>
        <p:spPr>
          <a:xfrm>
            <a:off x="12568523" y="2684609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127" name="115 Dodecágono">
            <a:extLst>
              <a:ext uri="{FF2B5EF4-FFF2-40B4-BE49-F238E27FC236}">
                <a16:creationId xmlns:a16="http://schemas.microsoft.com/office/drawing/2014/main" id="{963D3184-D9EC-4798-AB94-D673BC982B40}"/>
              </a:ext>
            </a:extLst>
          </p:cNvPr>
          <p:cNvSpPr/>
          <p:nvPr/>
        </p:nvSpPr>
        <p:spPr>
          <a:xfrm>
            <a:off x="12568523" y="5264592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003" b="1">
                <a:solidFill>
                  <a:schemeClr val="tx1"/>
                </a:solidFill>
                <a:latin typeface="Candara" pitchFamily="34" charset="0"/>
              </a:rPr>
              <a:t>10</a:t>
            </a:r>
          </a:p>
        </p:txBody>
      </p:sp>
      <p:sp>
        <p:nvSpPr>
          <p:cNvPr id="128" name="116 Dodecágono">
            <a:extLst>
              <a:ext uri="{FF2B5EF4-FFF2-40B4-BE49-F238E27FC236}">
                <a16:creationId xmlns:a16="http://schemas.microsoft.com/office/drawing/2014/main" id="{CDA6932E-6E69-466B-BC83-9A3027E33C21}"/>
              </a:ext>
            </a:extLst>
          </p:cNvPr>
          <p:cNvSpPr/>
          <p:nvPr/>
        </p:nvSpPr>
        <p:spPr>
          <a:xfrm>
            <a:off x="12568523" y="5780589"/>
            <a:ext cx="177573" cy="177573"/>
          </a:xfrm>
          <a:prstGeom prst="dodecagon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40000" dist="23000" dir="5400000" rotWithShape="0">
              <a:schemeClr val="tx1">
                <a:alpha val="35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</a:rPr>
              <a:t>11</a:t>
            </a:r>
          </a:p>
        </p:txBody>
      </p:sp>
      <p:sp>
        <p:nvSpPr>
          <p:cNvPr id="129" name="117 Dodecágono">
            <a:extLst>
              <a:ext uri="{FF2B5EF4-FFF2-40B4-BE49-F238E27FC236}">
                <a16:creationId xmlns:a16="http://schemas.microsoft.com/office/drawing/2014/main" id="{05BEFB01-1300-4FD5-9790-4D0F64CEE4F1}"/>
              </a:ext>
            </a:extLst>
          </p:cNvPr>
          <p:cNvSpPr/>
          <p:nvPr/>
        </p:nvSpPr>
        <p:spPr>
          <a:xfrm>
            <a:off x="13387582" y="517423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 dirty="0">
                <a:solidFill>
                  <a:schemeClr val="tx1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130" name="118 Dodecágono">
            <a:extLst>
              <a:ext uri="{FF2B5EF4-FFF2-40B4-BE49-F238E27FC236}">
                <a16:creationId xmlns:a16="http://schemas.microsoft.com/office/drawing/2014/main" id="{C7F92163-838E-4C70-A097-57F1CAA10219}"/>
              </a:ext>
            </a:extLst>
          </p:cNvPr>
          <p:cNvSpPr/>
          <p:nvPr/>
        </p:nvSpPr>
        <p:spPr>
          <a:xfrm>
            <a:off x="13387582" y="4284159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131" name="119 Dodecágono">
            <a:extLst>
              <a:ext uri="{FF2B5EF4-FFF2-40B4-BE49-F238E27FC236}">
                <a16:creationId xmlns:a16="http://schemas.microsoft.com/office/drawing/2014/main" id="{E930462F-D4AE-4618-B5F9-E82176670F06}"/>
              </a:ext>
            </a:extLst>
          </p:cNvPr>
          <p:cNvSpPr/>
          <p:nvPr/>
        </p:nvSpPr>
        <p:spPr>
          <a:xfrm>
            <a:off x="13387582" y="4800155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132" name="120 Dodecágono">
            <a:extLst>
              <a:ext uri="{FF2B5EF4-FFF2-40B4-BE49-F238E27FC236}">
                <a16:creationId xmlns:a16="http://schemas.microsoft.com/office/drawing/2014/main" id="{25455DDF-1097-4FA7-90CA-821A78ADB920}"/>
              </a:ext>
            </a:extLst>
          </p:cNvPr>
          <p:cNvSpPr/>
          <p:nvPr/>
        </p:nvSpPr>
        <p:spPr>
          <a:xfrm>
            <a:off x="13387582" y="3252165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133" name="121 Dodecágono">
            <a:extLst>
              <a:ext uri="{FF2B5EF4-FFF2-40B4-BE49-F238E27FC236}">
                <a16:creationId xmlns:a16="http://schemas.microsoft.com/office/drawing/2014/main" id="{5DEA6D33-38AE-4A24-A3F1-693292D6E60B}"/>
              </a:ext>
            </a:extLst>
          </p:cNvPr>
          <p:cNvSpPr/>
          <p:nvPr/>
        </p:nvSpPr>
        <p:spPr>
          <a:xfrm>
            <a:off x="13387582" y="2116973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134" name="122 Dodecágono">
            <a:extLst>
              <a:ext uri="{FF2B5EF4-FFF2-40B4-BE49-F238E27FC236}">
                <a16:creationId xmlns:a16="http://schemas.microsoft.com/office/drawing/2014/main" id="{7E90F05C-B973-4F22-B682-E0D2E3B1402C}"/>
              </a:ext>
            </a:extLst>
          </p:cNvPr>
          <p:cNvSpPr/>
          <p:nvPr/>
        </p:nvSpPr>
        <p:spPr>
          <a:xfrm>
            <a:off x="13387582" y="1600976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35" name="123 Dodecágono">
            <a:extLst>
              <a:ext uri="{FF2B5EF4-FFF2-40B4-BE49-F238E27FC236}">
                <a16:creationId xmlns:a16="http://schemas.microsoft.com/office/drawing/2014/main" id="{DBE5F840-43E0-433E-B583-AF534889E673}"/>
              </a:ext>
            </a:extLst>
          </p:cNvPr>
          <p:cNvSpPr/>
          <p:nvPr/>
        </p:nvSpPr>
        <p:spPr>
          <a:xfrm>
            <a:off x="13387582" y="1084979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136" name="124 Dodecágono">
            <a:extLst>
              <a:ext uri="{FF2B5EF4-FFF2-40B4-BE49-F238E27FC236}">
                <a16:creationId xmlns:a16="http://schemas.microsoft.com/office/drawing/2014/main" id="{262281F4-E08D-402E-B479-12539BCCC208}"/>
              </a:ext>
            </a:extLst>
          </p:cNvPr>
          <p:cNvSpPr/>
          <p:nvPr/>
        </p:nvSpPr>
        <p:spPr>
          <a:xfrm>
            <a:off x="13387582" y="3768162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137" name="125 Dodecágono">
            <a:extLst>
              <a:ext uri="{FF2B5EF4-FFF2-40B4-BE49-F238E27FC236}">
                <a16:creationId xmlns:a16="http://schemas.microsoft.com/office/drawing/2014/main" id="{EAAFE31A-0CB4-4C21-8712-DC65C7F02FC0}"/>
              </a:ext>
            </a:extLst>
          </p:cNvPr>
          <p:cNvSpPr/>
          <p:nvPr/>
        </p:nvSpPr>
        <p:spPr>
          <a:xfrm>
            <a:off x="13387582" y="2684609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138" name="126 Dodecágono">
            <a:extLst>
              <a:ext uri="{FF2B5EF4-FFF2-40B4-BE49-F238E27FC236}">
                <a16:creationId xmlns:a16="http://schemas.microsoft.com/office/drawing/2014/main" id="{F1152DA9-2AD8-4237-AD47-5DA0539856DD}"/>
              </a:ext>
            </a:extLst>
          </p:cNvPr>
          <p:cNvSpPr/>
          <p:nvPr/>
        </p:nvSpPr>
        <p:spPr>
          <a:xfrm>
            <a:off x="13387582" y="5264592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latin typeface="Candara" pitchFamily="34" charset="0"/>
              </a:rPr>
              <a:t>10</a:t>
            </a:r>
          </a:p>
        </p:txBody>
      </p:sp>
      <p:sp>
        <p:nvSpPr>
          <p:cNvPr id="139" name="127 Dodecágono">
            <a:extLst>
              <a:ext uri="{FF2B5EF4-FFF2-40B4-BE49-F238E27FC236}">
                <a16:creationId xmlns:a16="http://schemas.microsoft.com/office/drawing/2014/main" id="{8AE0AFAF-3062-43F5-8EFC-509CBCB9C044}"/>
              </a:ext>
            </a:extLst>
          </p:cNvPr>
          <p:cNvSpPr/>
          <p:nvPr/>
        </p:nvSpPr>
        <p:spPr>
          <a:xfrm>
            <a:off x="13387582" y="5780589"/>
            <a:ext cx="177573" cy="177573"/>
          </a:xfrm>
          <a:prstGeom prst="dodecagon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latin typeface="Candara" pitchFamily="34" charset="0"/>
              </a:rPr>
              <a:t>11</a:t>
            </a:r>
          </a:p>
        </p:txBody>
      </p:sp>
      <p:sp>
        <p:nvSpPr>
          <p:cNvPr id="140" name="128 Dodecágono">
            <a:extLst>
              <a:ext uri="{FF2B5EF4-FFF2-40B4-BE49-F238E27FC236}">
                <a16:creationId xmlns:a16="http://schemas.microsoft.com/office/drawing/2014/main" id="{17B86A18-40B8-4D77-84F8-371FEA8A0630}"/>
              </a:ext>
            </a:extLst>
          </p:cNvPr>
          <p:cNvSpPr/>
          <p:nvPr/>
        </p:nvSpPr>
        <p:spPr>
          <a:xfrm>
            <a:off x="14718554" y="517423"/>
            <a:ext cx="177573" cy="177573"/>
          </a:xfrm>
          <a:prstGeom prst="dodecag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141" name="129 Dodecágono">
            <a:extLst>
              <a:ext uri="{FF2B5EF4-FFF2-40B4-BE49-F238E27FC236}">
                <a16:creationId xmlns:a16="http://schemas.microsoft.com/office/drawing/2014/main" id="{BB38BA96-4A95-48AF-BFE7-05A3A3624495}"/>
              </a:ext>
            </a:extLst>
          </p:cNvPr>
          <p:cNvSpPr/>
          <p:nvPr/>
        </p:nvSpPr>
        <p:spPr>
          <a:xfrm>
            <a:off x="14718554" y="4284159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142" name="130 Dodecágono">
            <a:extLst>
              <a:ext uri="{FF2B5EF4-FFF2-40B4-BE49-F238E27FC236}">
                <a16:creationId xmlns:a16="http://schemas.microsoft.com/office/drawing/2014/main" id="{44A6A2E4-8D8C-4BB8-A2E9-71CE3D1EC0B4}"/>
              </a:ext>
            </a:extLst>
          </p:cNvPr>
          <p:cNvSpPr/>
          <p:nvPr/>
        </p:nvSpPr>
        <p:spPr>
          <a:xfrm>
            <a:off x="14718554" y="4800155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143" name="131 Dodecágono">
            <a:extLst>
              <a:ext uri="{FF2B5EF4-FFF2-40B4-BE49-F238E27FC236}">
                <a16:creationId xmlns:a16="http://schemas.microsoft.com/office/drawing/2014/main" id="{B7490B35-6A78-45A9-BF65-A52C1279869B}"/>
              </a:ext>
            </a:extLst>
          </p:cNvPr>
          <p:cNvSpPr/>
          <p:nvPr/>
        </p:nvSpPr>
        <p:spPr>
          <a:xfrm>
            <a:off x="14718554" y="3252165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144" name="132 Dodecágono">
            <a:extLst>
              <a:ext uri="{FF2B5EF4-FFF2-40B4-BE49-F238E27FC236}">
                <a16:creationId xmlns:a16="http://schemas.microsoft.com/office/drawing/2014/main" id="{2FF79104-6A28-468B-A0A9-14E2ABBB29FA}"/>
              </a:ext>
            </a:extLst>
          </p:cNvPr>
          <p:cNvSpPr/>
          <p:nvPr/>
        </p:nvSpPr>
        <p:spPr>
          <a:xfrm>
            <a:off x="14718554" y="2116973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145" name="133 Dodecágono">
            <a:extLst>
              <a:ext uri="{FF2B5EF4-FFF2-40B4-BE49-F238E27FC236}">
                <a16:creationId xmlns:a16="http://schemas.microsoft.com/office/drawing/2014/main" id="{D53E1915-3B8D-46D3-8224-A91482D94592}"/>
              </a:ext>
            </a:extLst>
          </p:cNvPr>
          <p:cNvSpPr/>
          <p:nvPr/>
        </p:nvSpPr>
        <p:spPr>
          <a:xfrm>
            <a:off x="14718554" y="1600976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46" name="134 Dodecágono">
            <a:extLst>
              <a:ext uri="{FF2B5EF4-FFF2-40B4-BE49-F238E27FC236}">
                <a16:creationId xmlns:a16="http://schemas.microsoft.com/office/drawing/2014/main" id="{260D6429-521E-4C04-8A29-177C91E2F840}"/>
              </a:ext>
            </a:extLst>
          </p:cNvPr>
          <p:cNvSpPr/>
          <p:nvPr/>
        </p:nvSpPr>
        <p:spPr>
          <a:xfrm>
            <a:off x="14718554" y="1084979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147" name="135 Dodecágono">
            <a:extLst>
              <a:ext uri="{FF2B5EF4-FFF2-40B4-BE49-F238E27FC236}">
                <a16:creationId xmlns:a16="http://schemas.microsoft.com/office/drawing/2014/main" id="{6F0DF001-E799-461B-8421-27D4C3F5EC81}"/>
              </a:ext>
            </a:extLst>
          </p:cNvPr>
          <p:cNvSpPr/>
          <p:nvPr/>
        </p:nvSpPr>
        <p:spPr>
          <a:xfrm>
            <a:off x="14718554" y="3768162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148" name="136 Dodecágono">
            <a:extLst>
              <a:ext uri="{FF2B5EF4-FFF2-40B4-BE49-F238E27FC236}">
                <a16:creationId xmlns:a16="http://schemas.microsoft.com/office/drawing/2014/main" id="{CDA636F1-E467-45E5-80CC-BD17AAC45CF1}"/>
              </a:ext>
            </a:extLst>
          </p:cNvPr>
          <p:cNvSpPr/>
          <p:nvPr/>
        </p:nvSpPr>
        <p:spPr>
          <a:xfrm>
            <a:off x="14718554" y="2684609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149" name="137 Dodecágono">
            <a:extLst>
              <a:ext uri="{FF2B5EF4-FFF2-40B4-BE49-F238E27FC236}">
                <a16:creationId xmlns:a16="http://schemas.microsoft.com/office/drawing/2014/main" id="{8854CCF3-FD3E-41F0-AB0D-BE798B6D0AC6}"/>
              </a:ext>
            </a:extLst>
          </p:cNvPr>
          <p:cNvSpPr/>
          <p:nvPr/>
        </p:nvSpPr>
        <p:spPr>
          <a:xfrm>
            <a:off x="14718554" y="5264592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</a:rPr>
              <a:t>10</a:t>
            </a:r>
          </a:p>
        </p:txBody>
      </p:sp>
      <p:sp>
        <p:nvSpPr>
          <p:cNvPr id="150" name="138 Dodecágono">
            <a:extLst>
              <a:ext uri="{FF2B5EF4-FFF2-40B4-BE49-F238E27FC236}">
                <a16:creationId xmlns:a16="http://schemas.microsoft.com/office/drawing/2014/main" id="{BAE2AA9E-CEE0-4FAA-A611-CBFB74F214C5}"/>
              </a:ext>
            </a:extLst>
          </p:cNvPr>
          <p:cNvSpPr/>
          <p:nvPr/>
        </p:nvSpPr>
        <p:spPr>
          <a:xfrm>
            <a:off x="14718554" y="5780589"/>
            <a:ext cx="177573" cy="177573"/>
          </a:xfrm>
          <a:prstGeom prst="dodecagon">
            <a:avLst/>
          </a:prstGeom>
          <a:solidFill>
            <a:srgbClr val="F6782A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</a:rPr>
              <a:t>11</a:t>
            </a:r>
          </a:p>
        </p:txBody>
      </p:sp>
      <p:sp>
        <p:nvSpPr>
          <p:cNvPr id="151" name="139 Dodecágono">
            <a:extLst>
              <a:ext uri="{FF2B5EF4-FFF2-40B4-BE49-F238E27FC236}">
                <a16:creationId xmlns:a16="http://schemas.microsoft.com/office/drawing/2014/main" id="{095D9643-7231-4D91-BB21-C661DC5A70C6}"/>
              </a:ext>
            </a:extLst>
          </p:cNvPr>
          <p:cNvSpPr/>
          <p:nvPr/>
        </p:nvSpPr>
        <p:spPr>
          <a:xfrm>
            <a:off x="15332849" y="517423"/>
            <a:ext cx="177573" cy="177573"/>
          </a:xfrm>
          <a:prstGeom prst="dodecagon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1</a:t>
            </a:r>
          </a:p>
        </p:txBody>
      </p:sp>
      <p:sp>
        <p:nvSpPr>
          <p:cNvPr id="152" name="140 Dodecágono">
            <a:extLst>
              <a:ext uri="{FF2B5EF4-FFF2-40B4-BE49-F238E27FC236}">
                <a16:creationId xmlns:a16="http://schemas.microsoft.com/office/drawing/2014/main" id="{80CB44EB-5FB5-40D5-A6EA-63CE7EF071A2}"/>
              </a:ext>
            </a:extLst>
          </p:cNvPr>
          <p:cNvSpPr/>
          <p:nvPr/>
        </p:nvSpPr>
        <p:spPr>
          <a:xfrm>
            <a:off x="15332849" y="4284159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8</a:t>
            </a:r>
          </a:p>
        </p:txBody>
      </p:sp>
      <p:sp>
        <p:nvSpPr>
          <p:cNvPr id="153" name="141 Dodecágono">
            <a:extLst>
              <a:ext uri="{FF2B5EF4-FFF2-40B4-BE49-F238E27FC236}">
                <a16:creationId xmlns:a16="http://schemas.microsoft.com/office/drawing/2014/main" id="{0222D6CA-5220-46BC-B17B-B92A5470ABC2}"/>
              </a:ext>
            </a:extLst>
          </p:cNvPr>
          <p:cNvSpPr/>
          <p:nvPr/>
        </p:nvSpPr>
        <p:spPr>
          <a:xfrm>
            <a:off x="15332849" y="4800155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9</a:t>
            </a:r>
          </a:p>
        </p:txBody>
      </p:sp>
      <p:sp>
        <p:nvSpPr>
          <p:cNvPr id="154" name="142 Dodecágono">
            <a:extLst>
              <a:ext uri="{FF2B5EF4-FFF2-40B4-BE49-F238E27FC236}">
                <a16:creationId xmlns:a16="http://schemas.microsoft.com/office/drawing/2014/main" id="{3D167A38-46C1-4794-B09F-17A8047CEFCD}"/>
              </a:ext>
            </a:extLst>
          </p:cNvPr>
          <p:cNvSpPr/>
          <p:nvPr/>
        </p:nvSpPr>
        <p:spPr>
          <a:xfrm>
            <a:off x="15332849" y="3252165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155" name="143 Dodecágono">
            <a:extLst>
              <a:ext uri="{FF2B5EF4-FFF2-40B4-BE49-F238E27FC236}">
                <a16:creationId xmlns:a16="http://schemas.microsoft.com/office/drawing/2014/main" id="{8849E7BD-A2C8-4728-A5C3-96550777BC74}"/>
              </a:ext>
            </a:extLst>
          </p:cNvPr>
          <p:cNvSpPr/>
          <p:nvPr/>
        </p:nvSpPr>
        <p:spPr>
          <a:xfrm>
            <a:off x="15332849" y="2116973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4</a:t>
            </a:r>
          </a:p>
        </p:txBody>
      </p:sp>
      <p:sp>
        <p:nvSpPr>
          <p:cNvPr id="156" name="144 Dodecágono">
            <a:extLst>
              <a:ext uri="{FF2B5EF4-FFF2-40B4-BE49-F238E27FC236}">
                <a16:creationId xmlns:a16="http://schemas.microsoft.com/office/drawing/2014/main" id="{AF93A311-6A2E-4165-AF5C-A155C1A22FAE}"/>
              </a:ext>
            </a:extLst>
          </p:cNvPr>
          <p:cNvSpPr/>
          <p:nvPr/>
        </p:nvSpPr>
        <p:spPr>
          <a:xfrm>
            <a:off x="15332849" y="1600976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57" name="145 Dodecágono">
            <a:extLst>
              <a:ext uri="{FF2B5EF4-FFF2-40B4-BE49-F238E27FC236}">
                <a16:creationId xmlns:a16="http://schemas.microsoft.com/office/drawing/2014/main" id="{B0D2F4A4-9F78-465C-BB40-5C4D1AB26575}"/>
              </a:ext>
            </a:extLst>
          </p:cNvPr>
          <p:cNvSpPr/>
          <p:nvPr/>
        </p:nvSpPr>
        <p:spPr>
          <a:xfrm>
            <a:off x="15332849" y="1084979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2</a:t>
            </a:r>
          </a:p>
        </p:txBody>
      </p:sp>
      <p:sp>
        <p:nvSpPr>
          <p:cNvPr id="158" name="146 Dodecágono">
            <a:extLst>
              <a:ext uri="{FF2B5EF4-FFF2-40B4-BE49-F238E27FC236}">
                <a16:creationId xmlns:a16="http://schemas.microsoft.com/office/drawing/2014/main" id="{185A2C90-DE7F-4B82-92B7-8E7BDFC3681C}"/>
              </a:ext>
            </a:extLst>
          </p:cNvPr>
          <p:cNvSpPr/>
          <p:nvPr/>
        </p:nvSpPr>
        <p:spPr>
          <a:xfrm>
            <a:off x="15332849" y="3768162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7</a:t>
            </a:r>
          </a:p>
        </p:txBody>
      </p:sp>
      <p:sp>
        <p:nvSpPr>
          <p:cNvPr id="159" name="147 Dodecágono">
            <a:extLst>
              <a:ext uri="{FF2B5EF4-FFF2-40B4-BE49-F238E27FC236}">
                <a16:creationId xmlns:a16="http://schemas.microsoft.com/office/drawing/2014/main" id="{DCD17DC1-8AB4-4506-8432-0D57DFA52D55}"/>
              </a:ext>
            </a:extLst>
          </p:cNvPr>
          <p:cNvSpPr/>
          <p:nvPr/>
        </p:nvSpPr>
        <p:spPr>
          <a:xfrm>
            <a:off x="15332849" y="2684609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  <a:cs typeface="Arial" charset="0"/>
              </a:rPr>
              <a:t>5</a:t>
            </a:r>
          </a:p>
        </p:txBody>
      </p:sp>
      <p:sp>
        <p:nvSpPr>
          <p:cNvPr id="160" name="148 Dodecágono">
            <a:extLst>
              <a:ext uri="{FF2B5EF4-FFF2-40B4-BE49-F238E27FC236}">
                <a16:creationId xmlns:a16="http://schemas.microsoft.com/office/drawing/2014/main" id="{7AAF144C-C447-43BD-B034-7E863A2EBF91}"/>
              </a:ext>
            </a:extLst>
          </p:cNvPr>
          <p:cNvSpPr/>
          <p:nvPr/>
        </p:nvSpPr>
        <p:spPr>
          <a:xfrm>
            <a:off x="15332849" y="5264592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147" b="1">
                <a:solidFill>
                  <a:schemeClr val="tx1"/>
                </a:solidFill>
                <a:latin typeface="Candara" pitchFamily="34" charset="0"/>
              </a:rPr>
              <a:t>10</a:t>
            </a:r>
          </a:p>
        </p:txBody>
      </p:sp>
      <p:sp>
        <p:nvSpPr>
          <p:cNvPr id="161" name="149 Dodecágono">
            <a:extLst>
              <a:ext uri="{FF2B5EF4-FFF2-40B4-BE49-F238E27FC236}">
                <a16:creationId xmlns:a16="http://schemas.microsoft.com/office/drawing/2014/main" id="{34620AC4-F7CE-41A3-992C-36E7F23C85D9}"/>
              </a:ext>
            </a:extLst>
          </p:cNvPr>
          <p:cNvSpPr/>
          <p:nvPr/>
        </p:nvSpPr>
        <p:spPr>
          <a:xfrm>
            <a:off x="15332849" y="5780589"/>
            <a:ext cx="177573" cy="177573"/>
          </a:xfrm>
          <a:prstGeom prst="dodecagon">
            <a:avLst/>
          </a:prstGeom>
          <a:solidFill>
            <a:srgbClr val="FFFF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chemeClr val="tx1"/>
                </a:solidFill>
                <a:latin typeface="Candara" pitchFamily="34" charset="0"/>
              </a:rPr>
              <a:t>11</a:t>
            </a:r>
          </a:p>
        </p:txBody>
      </p:sp>
      <p:sp>
        <p:nvSpPr>
          <p:cNvPr id="162" name="150 Anillo">
            <a:extLst>
              <a:ext uri="{FF2B5EF4-FFF2-40B4-BE49-F238E27FC236}">
                <a16:creationId xmlns:a16="http://schemas.microsoft.com/office/drawing/2014/main" id="{8C6366BB-DB35-4CC4-B07D-26D364B3D634}"/>
              </a:ext>
            </a:extLst>
          </p:cNvPr>
          <p:cNvSpPr/>
          <p:nvPr/>
        </p:nvSpPr>
        <p:spPr>
          <a:xfrm>
            <a:off x="16267929" y="649415"/>
            <a:ext cx="137310" cy="135319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163" name="151 Anillo">
            <a:extLst>
              <a:ext uri="{FF2B5EF4-FFF2-40B4-BE49-F238E27FC236}">
                <a16:creationId xmlns:a16="http://schemas.microsoft.com/office/drawing/2014/main" id="{BFFD9D6C-1DAD-45DA-BABE-9F29C40683FF}"/>
              </a:ext>
            </a:extLst>
          </p:cNvPr>
          <p:cNvSpPr/>
          <p:nvPr/>
        </p:nvSpPr>
        <p:spPr>
          <a:xfrm>
            <a:off x="16267929" y="867830"/>
            <a:ext cx="137310" cy="135319"/>
          </a:xfrm>
          <a:prstGeom prst="donu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164" name="153 Anillo">
            <a:extLst>
              <a:ext uri="{FF2B5EF4-FFF2-40B4-BE49-F238E27FC236}">
                <a16:creationId xmlns:a16="http://schemas.microsoft.com/office/drawing/2014/main" id="{286B1C6C-35C0-4C97-8AC3-BF03B34B633C}"/>
              </a:ext>
            </a:extLst>
          </p:cNvPr>
          <p:cNvSpPr/>
          <p:nvPr/>
        </p:nvSpPr>
        <p:spPr>
          <a:xfrm>
            <a:off x="16267929" y="1304658"/>
            <a:ext cx="137310" cy="135319"/>
          </a:xfrm>
          <a:prstGeom prst="donu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165" name="154 Anillo">
            <a:extLst>
              <a:ext uri="{FF2B5EF4-FFF2-40B4-BE49-F238E27FC236}">
                <a16:creationId xmlns:a16="http://schemas.microsoft.com/office/drawing/2014/main" id="{DDE157B4-E5AB-4F26-A270-4294E755099A}"/>
              </a:ext>
            </a:extLst>
          </p:cNvPr>
          <p:cNvSpPr/>
          <p:nvPr/>
        </p:nvSpPr>
        <p:spPr>
          <a:xfrm>
            <a:off x="16267929" y="1097619"/>
            <a:ext cx="137310" cy="135319"/>
          </a:xfrm>
          <a:prstGeom prst="donu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166" name="155 Rectángulo">
            <a:extLst>
              <a:ext uri="{FF2B5EF4-FFF2-40B4-BE49-F238E27FC236}">
                <a16:creationId xmlns:a16="http://schemas.microsoft.com/office/drawing/2014/main" id="{9E88D1D9-A7C2-472B-B6C3-BBB930EF0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6127" y="1614080"/>
            <a:ext cx="819875" cy="70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_tradnl" sz="2006">
                <a:latin typeface="Trebuchet MS" panose="020B0603020202020204" pitchFamily="34" charset="0"/>
              </a:rPr>
              <a:t>Conos</a:t>
            </a:r>
            <a:endParaRPr lang="es-ES" altLang="es-ES_tradnl" sz="2006"/>
          </a:p>
        </p:txBody>
      </p:sp>
      <p:sp>
        <p:nvSpPr>
          <p:cNvPr id="167" name="156 Abrir corchete">
            <a:extLst>
              <a:ext uri="{FF2B5EF4-FFF2-40B4-BE49-F238E27FC236}">
                <a16:creationId xmlns:a16="http://schemas.microsoft.com/office/drawing/2014/main" id="{90221513-12B8-441A-9FCE-F9B9C464D76F}"/>
              </a:ext>
            </a:extLst>
          </p:cNvPr>
          <p:cNvSpPr>
            <a:spLocks noChangeAspect="1"/>
          </p:cNvSpPr>
          <p:nvPr/>
        </p:nvSpPr>
        <p:spPr>
          <a:xfrm rot="5400000">
            <a:off x="16176183" y="4637831"/>
            <a:ext cx="206959" cy="360189"/>
          </a:xfrm>
          <a:prstGeom prst="leftBracket">
            <a:avLst>
              <a:gd name="adj" fmla="val 4007"/>
            </a:avLst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68" name="157 Abrir corchete">
            <a:extLst>
              <a:ext uri="{FF2B5EF4-FFF2-40B4-BE49-F238E27FC236}">
                <a16:creationId xmlns:a16="http://schemas.microsoft.com/office/drawing/2014/main" id="{0002C466-7DFB-4033-BEEA-EDDA6BFBAD10}"/>
              </a:ext>
            </a:extLst>
          </p:cNvPr>
          <p:cNvSpPr>
            <a:spLocks noChangeAspect="1"/>
          </p:cNvSpPr>
          <p:nvPr/>
        </p:nvSpPr>
        <p:spPr>
          <a:xfrm rot="5400000">
            <a:off x="16214987" y="5377789"/>
            <a:ext cx="129350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69" name="158 Abrir corchete">
            <a:extLst>
              <a:ext uri="{FF2B5EF4-FFF2-40B4-BE49-F238E27FC236}">
                <a16:creationId xmlns:a16="http://schemas.microsoft.com/office/drawing/2014/main" id="{57546541-5A44-47E5-BD94-25E9FC45C5E5}"/>
              </a:ext>
            </a:extLst>
          </p:cNvPr>
          <p:cNvSpPr>
            <a:spLocks noChangeAspect="1"/>
          </p:cNvSpPr>
          <p:nvPr/>
        </p:nvSpPr>
        <p:spPr>
          <a:xfrm rot="10800000">
            <a:off x="16798038" y="4665053"/>
            <a:ext cx="208948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0" name="159 Abrir corchete">
            <a:extLst>
              <a:ext uri="{FF2B5EF4-FFF2-40B4-BE49-F238E27FC236}">
                <a16:creationId xmlns:a16="http://schemas.microsoft.com/office/drawing/2014/main" id="{FFE475AB-DACC-4CC5-89F0-198EAF4775D4}"/>
              </a:ext>
            </a:extLst>
          </p:cNvPr>
          <p:cNvSpPr>
            <a:spLocks noChangeAspect="1"/>
          </p:cNvSpPr>
          <p:nvPr/>
        </p:nvSpPr>
        <p:spPr>
          <a:xfrm rot="10800000">
            <a:off x="16843542" y="5361248"/>
            <a:ext cx="129349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1" name="160 Abrir corchete">
            <a:extLst>
              <a:ext uri="{FF2B5EF4-FFF2-40B4-BE49-F238E27FC236}">
                <a16:creationId xmlns:a16="http://schemas.microsoft.com/office/drawing/2014/main" id="{7299DAFE-6252-41AC-BD3A-63BD7C300E56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7377462" y="4633942"/>
            <a:ext cx="206959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2" name="161 Abrir corchete">
            <a:extLst>
              <a:ext uri="{FF2B5EF4-FFF2-40B4-BE49-F238E27FC236}">
                <a16:creationId xmlns:a16="http://schemas.microsoft.com/office/drawing/2014/main" id="{9C7A874F-2C72-42AE-8F6F-765934EF7164}"/>
              </a:ext>
            </a:extLst>
          </p:cNvPr>
          <p:cNvSpPr>
            <a:spLocks noChangeAspect="1"/>
          </p:cNvSpPr>
          <p:nvPr/>
        </p:nvSpPr>
        <p:spPr>
          <a:xfrm rot="16200000" flipV="1">
            <a:off x="17416266" y="5377789"/>
            <a:ext cx="129350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3" name="162 Abrir corchete">
            <a:extLst>
              <a:ext uri="{FF2B5EF4-FFF2-40B4-BE49-F238E27FC236}">
                <a16:creationId xmlns:a16="http://schemas.microsoft.com/office/drawing/2014/main" id="{8DDB1437-380A-434E-883C-BC1E906257D9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17992492" y="4665053"/>
            <a:ext cx="206959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4" name="163 Abrir corchete">
            <a:extLst>
              <a:ext uri="{FF2B5EF4-FFF2-40B4-BE49-F238E27FC236}">
                <a16:creationId xmlns:a16="http://schemas.microsoft.com/office/drawing/2014/main" id="{0D604DB5-BEF5-4BF9-9BF6-6DD867B07CED}"/>
              </a:ext>
            </a:extLst>
          </p:cNvPr>
          <p:cNvSpPr>
            <a:spLocks noChangeAspect="1"/>
          </p:cNvSpPr>
          <p:nvPr/>
        </p:nvSpPr>
        <p:spPr>
          <a:xfrm rot="10800000" flipH="1">
            <a:off x="18035720" y="5361248"/>
            <a:ext cx="131340" cy="360189"/>
          </a:xfrm>
          <a:prstGeom prst="leftBracket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5" name="164 Rectángulo">
            <a:extLst>
              <a:ext uri="{FF2B5EF4-FFF2-40B4-BE49-F238E27FC236}">
                <a16:creationId xmlns:a16="http://schemas.microsoft.com/office/drawing/2014/main" id="{BFA92475-E337-4E62-A369-CDE3FDA00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2585" y="4255527"/>
            <a:ext cx="805946" cy="70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_tradnl" sz="2006">
                <a:latin typeface="Trebuchet MS" panose="020B0603020202020204" pitchFamily="34" charset="0"/>
              </a:rPr>
              <a:t>Vallas</a:t>
            </a:r>
            <a:endParaRPr lang="es-ES" altLang="es-ES_tradnl" sz="2006"/>
          </a:p>
        </p:txBody>
      </p:sp>
      <p:cxnSp>
        <p:nvCxnSpPr>
          <p:cNvPr id="176" name="165 Conector recto">
            <a:extLst>
              <a:ext uri="{FF2B5EF4-FFF2-40B4-BE49-F238E27FC236}">
                <a16:creationId xmlns:a16="http://schemas.microsoft.com/office/drawing/2014/main" id="{86115498-9F08-4940-8F6D-7672C0CAA36C}"/>
              </a:ext>
            </a:extLst>
          </p:cNvPr>
          <p:cNvCxnSpPr/>
          <p:nvPr/>
        </p:nvCxnSpPr>
        <p:spPr>
          <a:xfrm>
            <a:off x="17198465" y="688092"/>
            <a:ext cx="0" cy="1745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7" name="166 Elipse">
            <a:extLst>
              <a:ext uri="{FF2B5EF4-FFF2-40B4-BE49-F238E27FC236}">
                <a16:creationId xmlns:a16="http://schemas.microsoft.com/office/drawing/2014/main" id="{67384B84-70E9-4751-99A1-91DC65297D93}"/>
              </a:ext>
            </a:extLst>
          </p:cNvPr>
          <p:cNvSpPr/>
          <p:nvPr/>
        </p:nvSpPr>
        <p:spPr>
          <a:xfrm>
            <a:off x="16163273" y="3782296"/>
            <a:ext cx="268650" cy="268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8" name="167 Elipse">
            <a:extLst>
              <a:ext uri="{FF2B5EF4-FFF2-40B4-BE49-F238E27FC236}">
                <a16:creationId xmlns:a16="http://schemas.microsoft.com/office/drawing/2014/main" id="{8790B52F-295C-44D9-AECC-9CDE6BE9E2A7}"/>
              </a:ext>
            </a:extLst>
          </p:cNvPr>
          <p:cNvSpPr/>
          <p:nvPr/>
        </p:nvSpPr>
        <p:spPr>
          <a:xfrm>
            <a:off x="16579625" y="3782296"/>
            <a:ext cx="268648" cy="26865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79" name="168 Elipse">
            <a:extLst>
              <a:ext uri="{FF2B5EF4-FFF2-40B4-BE49-F238E27FC236}">
                <a16:creationId xmlns:a16="http://schemas.microsoft.com/office/drawing/2014/main" id="{4992772C-2F22-409C-86F7-4BFD0D6ADB27}"/>
              </a:ext>
            </a:extLst>
          </p:cNvPr>
          <p:cNvSpPr/>
          <p:nvPr/>
        </p:nvSpPr>
        <p:spPr>
          <a:xfrm>
            <a:off x="16991428" y="3782296"/>
            <a:ext cx="268650" cy="268650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80" name="169 Elipse">
            <a:extLst>
              <a:ext uri="{FF2B5EF4-FFF2-40B4-BE49-F238E27FC236}">
                <a16:creationId xmlns:a16="http://schemas.microsoft.com/office/drawing/2014/main" id="{34C58FB8-D9FD-43DB-B730-A710954A0C81}"/>
              </a:ext>
            </a:extLst>
          </p:cNvPr>
          <p:cNvSpPr/>
          <p:nvPr/>
        </p:nvSpPr>
        <p:spPr>
          <a:xfrm>
            <a:off x="17403229" y="3782296"/>
            <a:ext cx="268648" cy="26865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sp>
        <p:nvSpPr>
          <p:cNvPr id="181" name="170 Elipse">
            <a:extLst>
              <a:ext uri="{FF2B5EF4-FFF2-40B4-BE49-F238E27FC236}">
                <a16:creationId xmlns:a16="http://schemas.microsoft.com/office/drawing/2014/main" id="{F9B9F2A5-3CE0-434A-9E09-04E6D97C4B3B}"/>
              </a:ext>
            </a:extLst>
          </p:cNvPr>
          <p:cNvSpPr/>
          <p:nvPr/>
        </p:nvSpPr>
        <p:spPr>
          <a:xfrm>
            <a:off x="17817306" y="3782296"/>
            <a:ext cx="268648" cy="26865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/>
          </a:p>
        </p:txBody>
      </p:sp>
      <p:cxnSp>
        <p:nvCxnSpPr>
          <p:cNvPr id="182" name="171 Conector recto">
            <a:extLst>
              <a:ext uri="{FF2B5EF4-FFF2-40B4-BE49-F238E27FC236}">
                <a16:creationId xmlns:a16="http://schemas.microsoft.com/office/drawing/2014/main" id="{93B9589E-B108-459D-B333-B6622CD69652}"/>
              </a:ext>
            </a:extLst>
          </p:cNvPr>
          <p:cNvCxnSpPr/>
          <p:nvPr/>
        </p:nvCxnSpPr>
        <p:spPr>
          <a:xfrm>
            <a:off x="17507886" y="685818"/>
            <a:ext cx="0" cy="17458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3" name="172 Conector recto">
            <a:extLst>
              <a:ext uri="{FF2B5EF4-FFF2-40B4-BE49-F238E27FC236}">
                <a16:creationId xmlns:a16="http://schemas.microsoft.com/office/drawing/2014/main" id="{D7579390-11EB-4DD5-9314-1B81A880DCF3}"/>
              </a:ext>
            </a:extLst>
          </p:cNvPr>
          <p:cNvCxnSpPr/>
          <p:nvPr/>
        </p:nvCxnSpPr>
        <p:spPr>
          <a:xfrm>
            <a:off x="17817306" y="685818"/>
            <a:ext cx="0" cy="1745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4" name="173 Conector recto">
            <a:extLst>
              <a:ext uri="{FF2B5EF4-FFF2-40B4-BE49-F238E27FC236}">
                <a16:creationId xmlns:a16="http://schemas.microsoft.com/office/drawing/2014/main" id="{C9765224-A3DF-4C0D-9C14-A1758A3111AA}"/>
              </a:ext>
            </a:extLst>
          </p:cNvPr>
          <p:cNvCxnSpPr/>
          <p:nvPr/>
        </p:nvCxnSpPr>
        <p:spPr>
          <a:xfrm>
            <a:off x="18126726" y="685818"/>
            <a:ext cx="0" cy="1745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5" name="174 Conector recto">
            <a:extLst>
              <a:ext uri="{FF2B5EF4-FFF2-40B4-BE49-F238E27FC236}">
                <a16:creationId xmlns:a16="http://schemas.microsoft.com/office/drawing/2014/main" id="{368DECA1-7D90-4316-B65F-6C517A231408}"/>
              </a:ext>
            </a:extLst>
          </p:cNvPr>
          <p:cNvCxnSpPr/>
          <p:nvPr/>
        </p:nvCxnSpPr>
        <p:spPr>
          <a:xfrm>
            <a:off x="18436147" y="685818"/>
            <a:ext cx="0" cy="17458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6" name="175 Rectángulo">
            <a:extLst>
              <a:ext uri="{FF2B5EF4-FFF2-40B4-BE49-F238E27FC236}">
                <a16:creationId xmlns:a16="http://schemas.microsoft.com/office/drawing/2014/main" id="{295E0B77-0413-4BCE-A765-34B70B0F9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24344" y="3782296"/>
            <a:ext cx="662667" cy="70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_tradnl" sz="2006">
                <a:latin typeface="Trebuchet MS" panose="020B0603020202020204" pitchFamily="34" charset="0"/>
              </a:rPr>
              <a:t>Aros</a:t>
            </a:r>
            <a:endParaRPr lang="es-ES" altLang="es-ES_tradnl" sz="2006"/>
          </a:p>
        </p:txBody>
      </p:sp>
      <p:sp>
        <p:nvSpPr>
          <p:cNvPr id="187" name="176 Rectángulo">
            <a:extLst>
              <a:ext uri="{FF2B5EF4-FFF2-40B4-BE49-F238E27FC236}">
                <a16:creationId xmlns:a16="http://schemas.microsoft.com/office/drawing/2014/main" id="{1D4029C8-B161-48FD-862B-4C55663A9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03229" y="1684609"/>
            <a:ext cx="730325" cy="70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_tradnl" sz="2006">
                <a:latin typeface="Trebuchet MS" panose="020B0603020202020204" pitchFamily="34" charset="0"/>
              </a:rPr>
              <a:t>Picas</a:t>
            </a:r>
            <a:endParaRPr lang="es-ES" altLang="es-ES_tradnl" sz="2006"/>
          </a:p>
        </p:txBody>
      </p:sp>
      <p:grpSp>
        <p:nvGrpSpPr>
          <p:cNvPr id="188" name="177 Grupo">
            <a:extLst>
              <a:ext uri="{FF2B5EF4-FFF2-40B4-BE49-F238E27FC236}">
                <a16:creationId xmlns:a16="http://schemas.microsoft.com/office/drawing/2014/main" id="{C06B447E-7781-4634-BCAD-300F76FEAEA3}"/>
              </a:ext>
            </a:extLst>
          </p:cNvPr>
          <p:cNvGrpSpPr>
            <a:grpSpLocks/>
          </p:cNvGrpSpPr>
          <p:nvPr/>
        </p:nvGrpSpPr>
        <p:grpSpPr bwMode="auto">
          <a:xfrm>
            <a:off x="16063167" y="2232920"/>
            <a:ext cx="1534280" cy="202979"/>
            <a:chOff x="2699792" y="4155926"/>
            <a:chExt cx="1224000" cy="162008"/>
          </a:xfrm>
        </p:grpSpPr>
        <p:cxnSp>
          <p:nvCxnSpPr>
            <p:cNvPr id="189" name="178 Conector recto">
              <a:extLst>
                <a:ext uri="{FF2B5EF4-FFF2-40B4-BE49-F238E27FC236}">
                  <a16:creationId xmlns:a16="http://schemas.microsoft.com/office/drawing/2014/main" id="{447408E9-E303-4A5C-9512-3D5ED2ACB55A}"/>
                </a:ext>
              </a:extLst>
            </p:cNvPr>
            <p:cNvCxnSpPr/>
            <p:nvPr/>
          </p:nvCxnSpPr>
          <p:spPr>
            <a:xfrm>
              <a:off x="2699792" y="4155926"/>
              <a:ext cx="1224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179 Conector recto">
              <a:extLst>
                <a:ext uri="{FF2B5EF4-FFF2-40B4-BE49-F238E27FC236}">
                  <a16:creationId xmlns:a16="http://schemas.microsoft.com/office/drawing/2014/main" id="{006EED72-854C-46C1-9BAB-E35822B8DA09}"/>
                </a:ext>
              </a:extLst>
            </p:cNvPr>
            <p:cNvCxnSpPr/>
            <p:nvPr/>
          </p:nvCxnSpPr>
          <p:spPr>
            <a:xfrm>
              <a:off x="2699792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180 Conector recto">
              <a:extLst>
                <a:ext uri="{FF2B5EF4-FFF2-40B4-BE49-F238E27FC236}">
                  <a16:creationId xmlns:a16="http://schemas.microsoft.com/office/drawing/2014/main" id="{0ED29FF9-DD0E-4ACD-BFB8-658F4E35B4D0}"/>
                </a:ext>
              </a:extLst>
            </p:cNvPr>
            <p:cNvCxnSpPr/>
            <p:nvPr/>
          </p:nvCxnSpPr>
          <p:spPr>
            <a:xfrm>
              <a:off x="2852197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181 Conector recto">
              <a:extLst>
                <a:ext uri="{FF2B5EF4-FFF2-40B4-BE49-F238E27FC236}">
                  <a16:creationId xmlns:a16="http://schemas.microsoft.com/office/drawing/2014/main" id="{3F85E96F-6322-42B0-B6AA-1708C0EB011E}"/>
                </a:ext>
              </a:extLst>
            </p:cNvPr>
            <p:cNvCxnSpPr/>
            <p:nvPr/>
          </p:nvCxnSpPr>
          <p:spPr>
            <a:xfrm>
              <a:off x="3004601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182 Conector recto">
              <a:extLst>
                <a:ext uri="{FF2B5EF4-FFF2-40B4-BE49-F238E27FC236}">
                  <a16:creationId xmlns:a16="http://schemas.microsoft.com/office/drawing/2014/main" id="{05FE662F-5F81-4CAE-90FF-159C4EF9EAEF}"/>
                </a:ext>
              </a:extLst>
            </p:cNvPr>
            <p:cNvCxnSpPr/>
            <p:nvPr/>
          </p:nvCxnSpPr>
          <p:spPr>
            <a:xfrm>
              <a:off x="3157006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183 Conector recto">
              <a:extLst>
                <a:ext uri="{FF2B5EF4-FFF2-40B4-BE49-F238E27FC236}">
                  <a16:creationId xmlns:a16="http://schemas.microsoft.com/office/drawing/2014/main" id="{C42BEF34-3F5D-49C5-A583-EB43DCC65727}"/>
                </a:ext>
              </a:extLst>
            </p:cNvPr>
            <p:cNvCxnSpPr/>
            <p:nvPr/>
          </p:nvCxnSpPr>
          <p:spPr>
            <a:xfrm>
              <a:off x="3309410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184 Conector recto">
              <a:extLst>
                <a:ext uri="{FF2B5EF4-FFF2-40B4-BE49-F238E27FC236}">
                  <a16:creationId xmlns:a16="http://schemas.microsoft.com/office/drawing/2014/main" id="{0171C4A8-66E6-438D-9195-11E84E8A25EB}"/>
                </a:ext>
              </a:extLst>
            </p:cNvPr>
            <p:cNvCxnSpPr/>
            <p:nvPr/>
          </p:nvCxnSpPr>
          <p:spPr>
            <a:xfrm>
              <a:off x="3461815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185 Conector recto">
              <a:extLst>
                <a:ext uri="{FF2B5EF4-FFF2-40B4-BE49-F238E27FC236}">
                  <a16:creationId xmlns:a16="http://schemas.microsoft.com/office/drawing/2014/main" id="{B0F4CEDA-3F80-459C-A687-AC89CCD998B8}"/>
                </a:ext>
              </a:extLst>
            </p:cNvPr>
            <p:cNvCxnSpPr/>
            <p:nvPr/>
          </p:nvCxnSpPr>
          <p:spPr>
            <a:xfrm>
              <a:off x="3614220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186 Conector recto">
              <a:extLst>
                <a:ext uri="{FF2B5EF4-FFF2-40B4-BE49-F238E27FC236}">
                  <a16:creationId xmlns:a16="http://schemas.microsoft.com/office/drawing/2014/main" id="{4752B0B9-DD05-428D-A3F5-62EA8ABA366F}"/>
                </a:ext>
              </a:extLst>
            </p:cNvPr>
            <p:cNvCxnSpPr/>
            <p:nvPr/>
          </p:nvCxnSpPr>
          <p:spPr>
            <a:xfrm>
              <a:off x="3766624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187 Conector recto">
              <a:extLst>
                <a:ext uri="{FF2B5EF4-FFF2-40B4-BE49-F238E27FC236}">
                  <a16:creationId xmlns:a16="http://schemas.microsoft.com/office/drawing/2014/main" id="{F83A42BF-CF3F-496C-9BC3-F5B39DF1BC85}"/>
                </a:ext>
              </a:extLst>
            </p:cNvPr>
            <p:cNvCxnSpPr/>
            <p:nvPr/>
          </p:nvCxnSpPr>
          <p:spPr>
            <a:xfrm>
              <a:off x="3919029" y="4155926"/>
              <a:ext cx="0" cy="16200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188 Conector recto">
              <a:extLst>
                <a:ext uri="{FF2B5EF4-FFF2-40B4-BE49-F238E27FC236}">
                  <a16:creationId xmlns:a16="http://schemas.microsoft.com/office/drawing/2014/main" id="{7C247E2C-C2FD-4121-A651-D4F192F19371}"/>
                </a:ext>
              </a:extLst>
            </p:cNvPr>
            <p:cNvCxnSpPr/>
            <p:nvPr/>
          </p:nvCxnSpPr>
          <p:spPr>
            <a:xfrm>
              <a:off x="2699792" y="4308404"/>
              <a:ext cx="1224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189 Rectángulo">
            <a:extLst>
              <a:ext uri="{FF2B5EF4-FFF2-40B4-BE49-F238E27FC236}">
                <a16:creationId xmlns:a16="http://schemas.microsoft.com/office/drawing/2014/main" id="{7077C212-195E-44C1-8A8D-3136F9DC9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8508" y="2542341"/>
            <a:ext cx="1068624" cy="709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altLang="es-ES_tradnl" sz="2006" dirty="0">
                <a:latin typeface="Trebuchet MS" panose="020B0603020202020204" pitchFamily="34" charset="0"/>
              </a:rPr>
              <a:t>Escalera</a:t>
            </a:r>
            <a:endParaRPr lang="es-ES" altLang="es-ES_tradnl" sz="2006" dirty="0"/>
          </a:p>
        </p:txBody>
      </p:sp>
      <p:pic>
        <p:nvPicPr>
          <p:cNvPr id="201" name="196 Imagen" descr="p_gran_o.jpg">
            <a:extLst>
              <a:ext uri="{FF2B5EF4-FFF2-40B4-BE49-F238E27FC236}">
                <a16:creationId xmlns:a16="http://schemas.microsoft.com/office/drawing/2014/main" id="{AEE48A58-D594-4722-826F-206F87185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751" y="5638817"/>
            <a:ext cx="181088" cy="115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2" name="198 Imagen" descr="p_gran_o.jpg">
            <a:extLst>
              <a:ext uri="{FF2B5EF4-FFF2-40B4-BE49-F238E27FC236}">
                <a16:creationId xmlns:a16="http://schemas.microsoft.com/office/drawing/2014/main" id="{BEE4FC85-CC9A-4662-B4AA-490514B8B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409" y="7185919"/>
            <a:ext cx="1323341" cy="20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3" name="199 Imagen" descr="p_gran_o.jpg">
            <a:extLst>
              <a:ext uri="{FF2B5EF4-FFF2-40B4-BE49-F238E27FC236}">
                <a16:creationId xmlns:a16="http://schemas.microsoft.com/office/drawing/2014/main" id="{5C67B547-0175-4A92-A0DD-DC16975C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330" y="5638817"/>
            <a:ext cx="181088" cy="115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" name="200 Imagen" descr="p_gran_o.jpg">
            <a:extLst>
              <a:ext uri="{FF2B5EF4-FFF2-40B4-BE49-F238E27FC236}">
                <a16:creationId xmlns:a16="http://schemas.microsoft.com/office/drawing/2014/main" id="{5E6189E1-E1F2-4B28-A514-463FF1699C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089" y="5638818"/>
            <a:ext cx="183078" cy="117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" name="201 Imagen" descr="p_gran_o.jpg">
            <a:extLst>
              <a:ext uri="{FF2B5EF4-FFF2-40B4-BE49-F238E27FC236}">
                <a16:creationId xmlns:a16="http://schemas.microsoft.com/office/drawing/2014/main" id="{E251A7A0-9607-4C12-97BB-F3045331E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409" y="7599996"/>
            <a:ext cx="1323341" cy="20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" name="Picture 2">
            <a:extLst>
              <a:ext uri="{FF2B5EF4-FFF2-40B4-BE49-F238E27FC236}">
                <a16:creationId xmlns:a16="http://schemas.microsoft.com/office/drawing/2014/main" id="{2C4EE43D-C05B-40A1-B923-BDA94BFF3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407" y="5122359"/>
            <a:ext cx="1325332" cy="214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" name="192 Imagen" descr="Sin título-3.gif">
            <a:extLst>
              <a:ext uri="{FF2B5EF4-FFF2-40B4-BE49-F238E27FC236}">
                <a16:creationId xmlns:a16="http://schemas.microsoft.com/office/drawing/2014/main" id="{801D7B67-2FEA-4C48-BB84-661605D823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4344" y="2646996"/>
            <a:ext cx="449737" cy="841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8" name="193 Imagen" descr="Sin título-6.gif">
            <a:extLst>
              <a:ext uri="{FF2B5EF4-FFF2-40B4-BE49-F238E27FC236}">
                <a16:creationId xmlns:a16="http://schemas.microsoft.com/office/drawing/2014/main" id="{C254934B-3786-4404-8700-E6C3C0B3D8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9045" y="2956417"/>
            <a:ext cx="776095" cy="45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" name="197 Imagen" descr="tumblr_m698qioVO11r3nkjc.gif">
            <a:extLst>
              <a:ext uri="{FF2B5EF4-FFF2-40B4-BE49-F238E27FC236}">
                <a16:creationId xmlns:a16="http://schemas.microsoft.com/office/drawing/2014/main" id="{91E0CCEB-1B06-4AE0-A965-354EF8C363E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407" y="7807035"/>
            <a:ext cx="1130313" cy="1098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" name="202 Imagen" descr="TO-400402-TOGU-Dynair-Ball-XXL-Meditation-and-Yoga_1.gif">
            <a:extLst>
              <a:ext uri="{FF2B5EF4-FFF2-40B4-BE49-F238E27FC236}">
                <a16:creationId xmlns:a16="http://schemas.microsoft.com/office/drawing/2014/main" id="{7319F91B-A31A-4E45-82B1-576E3DCD9B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470" y="7909417"/>
            <a:ext cx="1104444" cy="1102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" name="203 Imagen" descr="az01011.gif">
            <a:extLst>
              <a:ext uri="{FF2B5EF4-FFF2-40B4-BE49-F238E27FC236}">
                <a16:creationId xmlns:a16="http://schemas.microsoft.com/office/drawing/2014/main" id="{851FE3DA-54FF-41C0-9470-DFE63A48129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6823" y="9513668"/>
            <a:ext cx="877584" cy="92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2" name="204 Imagen" descr="2_1189.gif">
            <a:extLst>
              <a:ext uri="{FF2B5EF4-FFF2-40B4-BE49-F238E27FC236}">
                <a16:creationId xmlns:a16="http://schemas.microsoft.com/office/drawing/2014/main" id="{C8B1C79C-5122-4224-965A-87B6B457307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470" y="8901382"/>
            <a:ext cx="1174093" cy="117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3" name="208 Imagen" descr="traffic-sign-6747.png">
            <a:extLst>
              <a:ext uri="{FF2B5EF4-FFF2-40B4-BE49-F238E27FC236}">
                <a16:creationId xmlns:a16="http://schemas.microsoft.com/office/drawing/2014/main" id="{1B917A8D-21F1-4D21-B874-7FF8CCC1DC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0166" y="7599996"/>
            <a:ext cx="368147" cy="501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" name="210 Imagen" descr="Balón-de-fútbol-Nike-Total90-Tracer-SC1782_162_A.png">
            <a:extLst>
              <a:ext uri="{FF2B5EF4-FFF2-40B4-BE49-F238E27FC236}">
                <a16:creationId xmlns:a16="http://schemas.microsoft.com/office/drawing/2014/main" id="{5D2C3E50-DFDB-4CD2-A2D7-2D493439AE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7269" y="6570611"/>
            <a:ext cx="504397" cy="37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" name="211 Imagen" descr="Balón-de-fútbol-Nike-Total90-Tracer-SC1782_162_A.png">
            <a:extLst>
              <a:ext uri="{FF2B5EF4-FFF2-40B4-BE49-F238E27FC236}">
                <a16:creationId xmlns:a16="http://schemas.microsoft.com/office/drawing/2014/main" id="{234E7A94-ADA5-40A9-9748-83D37D2C15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5683" y="6890150"/>
            <a:ext cx="386057" cy="28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6" name="212 Imagen" descr="Balón-de-fútbol-Nike-Total90-Tracer-SC1782_162_A.png">
            <a:extLst>
              <a:ext uri="{FF2B5EF4-FFF2-40B4-BE49-F238E27FC236}">
                <a16:creationId xmlns:a16="http://schemas.microsoft.com/office/drawing/2014/main" id="{16651509-030E-4960-8DD8-5B031C3EB20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097" y="7108564"/>
            <a:ext cx="386057" cy="28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" name="213 Imagen" descr="Balón-de-fútbol-Nike-Total90-Tracer-SC1782_162_A.png">
            <a:extLst>
              <a:ext uri="{FF2B5EF4-FFF2-40B4-BE49-F238E27FC236}">
                <a16:creationId xmlns:a16="http://schemas.microsoft.com/office/drawing/2014/main" id="{94C512E3-98C5-449A-A0C1-5E584565FEF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2512" y="7326978"/>
            <a:ext cx="386057" cy="28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8" name="214 Imagen" descr="Balón-de-fútbol-Nike-Total90-Tracer-SC1782_162_A.png">
            <a:extLst>
              <a:ext uri="{FF2B5EF4-FFF2-40B4-BE49-F238E27FC236}">
                <a16:creationId xmlns:a16="http://schemas.microsoft.com/office/drawing/2014/main" id="{25C4AD72-8493-494C-A311-FF2A6C650B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0926" y="7545393"/>
            <a:ext cx="386057" cy="28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9" name="209 Imagen" descr="ziva_ball.png">
            <a:extLst>
              <a:ext uri="{FF2B5EF4-FFF2-40B4-BE49-F238E27FC236}">
                <a16:creationId xmlns:a16="http://schemas.microsoft.com/office/drawing/2014/main" id="{8BC4C2B8-620D-447D-B32B-40E0C7136A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3190" y="8837677"/>
            <a:ext cx="1070613" cy="122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0" name="Gruppo 343">
            <a:extLst>
              <a:ext uri="{FF2B5EF4-FFF2-40B4-BE49-F238E27FC236}">
                <a16:creationId xmlns:a16="http://schemas.microsoft.com/office/drawing/2014/main" id="{C5FE72BF-B359-4AC2-8C89-8FA1C8574BA9}"/>
              </a:ext>
            </a:extLst>
          </p:cNvPr>
          <p:cNvGrpSpPr/>
          <p:nvPr/>
        </p:nvGrpSpPr>
        <p:grpSpPr>
          <a:xfrm>
            <a:off x="10374451" y="2905767"/>
            <a:ext cx="180529" cy="1715023"/>
            <a:chOff x="13249622" y="3780507"/>
            <a:chExt cx="144016" cy="2088232"/>
          </a:xfrm>
          <a:solidFill>
            <a:srgbClr val="0070C0"/>
          </a:solidFill>
        </p:grpSpPr>
        <p:sp>
          <p:nvSpPr>
            <p:cNvPr id="221" name="Rettangolo 344">
              <a:extLst>
                <a:ext uri="{FF2B5EF4-FFF2-40B4-BE49-F238E27FC236}">
                  <a16:creationId xmlns:a16="http://schemas.microsoft.com/office/drawing/2014/main" id="{9FA0ED45-4DFA-4B06-A9FF-D34A9DDE12B2}"/>
                </a:ext>
              </a:extLst>
            </p:cNvPr>
            <p:cNvSpPr/>
            <p:nvPr/>
          </p:nvSpPr>
          <p:spPr>
            <a:xfrm>
              <a:off x="13249622" y="3780507"/>
              <a:ext cx="144016" cy="2016224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it-IT"/>
              </a:defPPr>
              <a:lvl1pPr marL="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97726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95453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93179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90906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488632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586359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684085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781812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it-IT" sz="5446"/>
            </a:p>
          </p:txBody>
        </p:sp>
        <p:sp>
          <p:nvSpPr>
            <p:cNvPr id="222" name="Ovale 345">
              <a:extLst>
                <a:ext uri="{FF2B5EF4-FFF2-40B4-BE49-F238E27FC236}">
                  <a16:creationId xmlns:a16="http://schemas.microsoft.com/office/drawing/2014/main" id="{23A7AA26-87DA-4DBD-8983-C2CA8964ACBD}"/>
                </a:ext>
              </a:extLst>
            </p:cNvPr>
            <p:cNvSpPr/>
            <p:nvPr/>
          </p:nvSpPr>
          <p:spPr>
            <a:xfrm>
              <a:off x="13249622" y="5652715"/>
              <a:ext cx="144016" cy="216024"/>
            </a:xfrm>
            <a:prstGeom prst="ellipse">
              <a:avLst/>
            </a:prstGeom>
            <a:grpFill/>
            <a:ln>
              <a:solidFill>
                <a:srgbClr val="0070C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it-IT"/>
              </a:defPPr>
              <a:lvl1pPr marL="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97726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95453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293179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390906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488632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586359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6840855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7818120" algn="l" defTabSz="1954530" rtl="0" eaLnBrk="1" latinLnBrk="0" hangingPunct="1">
                <a:defRPr sz="3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it-IT" sz="5446"/>
            </a:p>
          </p:txBody>
        </p:sp>
      </p:grpSp>
      <p:pic>
        <p:nvPicPr>
          <p:cNvPr id="223" name="Picture 108" descr="14-sagoma">
            <a:extLst>
              <a:ext uri="{FF2B5EF4-FFF2-40B4-BE49-F238E27FC236}">
                <a16:creationId xmlns:a16="http://schemas.microsoft.com/office/drawing/2014/main" id="{8B4B6DDF-31E1-484C-9ED7-2A8BCF11711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8022" y="8469104"/>
            <a:ext cx="449737" cy="722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4" name="112 Imagen" descr="VALLA3.png">
            <a:extLst>
              <a:ext uri="{FF2B5EF4-FFF2-40B4-BE49-F238E27FC236}">
                <a16:creationId xmlns:a16="http://schemas.microsoft.com/office/drawing/2014/main" id="{0B8B7C03-E96A-49DB-A614-315C1E7E207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2044" y="7754706"/>
            <a:ext cx="632815" cy="262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" name="Line 51">
            <a:extLst>
              <a:ext uri="{FF2B5EF4-FFF2-40B4-BE49-F238E27FC236}">
                <a16:creationId xmlns:a16="http://schemas.microsoft.com/office/drawing/2014/main" id="{9F319421-330D-4169-B493-B62FF4415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37288" y="9772763"/>
            <a:ext cx="2979011" cy="1"/>
          </a:xfrm>
          <a:prstGeom prst="line">
            <a:avLst/>
          </a:prstGeom>
          <a:ln>
            <a:solidFill>
              <a:schemeClr val="bg1"/>
            </a:solidFill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s-ES" sz="4004"/>
          </a:p>
        </p:txBody>
      </p:sp>
      <p:grpSp>
        <p:nvGrpSpPr>
          <p:cNvPr id="226" name="Group 74">
            <a:extLst>
              <a:ext uri="{FF2B5EF4-FFF2-40B4-BE49-F238E27FC236}">
                <a16:creationId xmlns:a16="http://schemas.microsoft.com/office/drawing/2014/main" id="{397A4369-5854-4B7C-8D2C-ADB201F31A8A}"/>
              </a:ext>
            </a:extLst>
          </p:cNvPr>
          <p:cNvGrpSpPr>
            <a:grpSpLocks/>
          </p:cNvGrpSpPr>
          <p:nvPr/>
        </p:nvGrpSpPr>
        <p:grpSpPr bwMode="auto">
          <a:xfrm>
            <a:off x="17036929" y="9158475"/>
            <a:ext cx="2616834" cy="202979"/>
            <a:chOff x="1111" y="1520"/>
            <a:chExt cx="1315" cy="91"/>
          </a:xfrm>
        </p:grpSpPr>
        <p:grpSp>
          <p:nvGrpSpPr>
            <p:cNvPr id="227" name="Group 63">
              <a:extLst>
                <a:ext uri="{FF2B5EF4-FFF2-40B4-BE49-F238E27FC236}">
                  <a16:creationId xmlns:a16="http://schemas.microsoft.com/office/drawing/2014/main" id="{10E49105-0A12-496E-B16B-B676700365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1" y="1520"/>
              <a:ext cx="272" cy="91"/>
              <a:chOff x="1111" y="1520"/>
              <a:chExt cx="272" cy="91"/>
            </a:xfrm>
          </p:grpSpPr>
          <p:sp>
            <p:nvSpPr>
              <p:cNvPr id="238" name="Line 60">
                <a:extLst>
                  <a:ext uri="{FF2B5EF4-FFF2-40B4-BE49-F238E27FC236}">
                    <a16:creationId xmlns:a16="http://schemas.microsoft.com/office/drawing/2014/main" id="{16ECF19F-DD7C-4A77-94F5-11D8C1AB1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239" name="Line 61">
                <a:extLst>
                  <a:ext uri="{FF2B5EF4-FFF2-40B4-BE49-F238E27FC236}">
                    <a16:creationId xmlns:a16="http://schemas.microsoft.com/office/drawing/2014/main" id="{5287D6F5-2FA8-471D-BD04-F305CFBB3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grpSp>
          <p:nvGrpSpPr>
            <p:cNvPr id="228" name="Group 64">
              <a:extLst>
                <a:ext uri="{FF2B5EF4-FFF2-40B4-BE49-F238E27FC236}">
                  <a16:creationId xmlns:a16="http://schemas.microsoft.com/office/drawing/2014/main" id="{5EAEA9E7-7BB0-4680-873E-CBD1A56371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1520"/>
              <a:ext cx="272" cy="91"/>
              <a:chOff x="1111" y="1520"/>
              <a:chExt cx="272" cy="91"/>
            </a:xfrm>
          </p:grpSpPr>
          <p:sp>
            <p:nvSpPr>
              <p:cNvPr id="236" name="Line 65">
                <a:extLst>
                  <a:ext uri="{FF2B5EF4-FFF2-40B4-BE49-F238E27FC236}">
                    <a16:creationId xmlns:a16="http://schemas.microsoft.com/office/drawing/2014/main" id="{7A40B6E2-62B2-4F53-8C69-41EE21F7F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237" name="Line 66">
                <a:extLst>
                  <a:ext uri="{FF2B5EF4-FFF2-40B4-BE49-F238E27FC236}">
                    <a16:creationId xmlns:a16="http://schemas.microsoft.com/office/drawing/2014/main" id="{72549BFE-02FE-41A0-8098-B8070D1CA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grpSp>
          <p:nvGrpSpPr>
            <p:cNvPr id="229" name="Group 67">
              <a:extLst>
                <a:ext uri="{FF2B5EF4-FFF2-40B4-BE49-F238E27FC236}">
                  <a16:creationId xmlns:a16="http://schemas.microsoft.com/office/drawing/2014/main" id="{8B4F6F89-0F3F-4292-AB38-4F17B1D19B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1520"/>
              <a:ext cx="272" cy="91"/>
              <a:chOff x="1111" y="1520"/>
              <a:chExt cx="272" cy="91"/>
            </a:xfrm>
          </p:grpSpPr>
          <p:sp>
            <p:nvSpPr>
              <p:cNvPr id="234" name="Line 68">
                <a:extLst>
                  <a:ext uri="{FF2B5EF4-FFF2-40B4-BE49-F238E27FC236}">
                    <a16:creationId xmlns:a16="http://schemas.microsoft.com/office/drawing/2014/main" id="{B07612E3-F95B-4AAE-9573-AB71AD598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235" name="Line 69">
                <a:extLst>
                  <a:ext uri="{FF2B5EF4-FFF2-40B4-BE49-F238E27FC236}">
                    <a16:creationId xmlns:a16="http://schemas.microsoft.com/office/drawing/2014/main" id="{05DD05BC-C6E3-498B-80C1-BA9A2D804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grpSp>
          <p:nvGrpSpPr>
            <p:cNvPr id="230" name="Group 70">
              <a:extLst>
                <a:ext uri="{FF2B5EF4-FFF2-40B4-BE49-F238E27FC236}">
                  <a16:creationId xmlns:a16="http://schemas.microsoft.com/office/drawing/2014/main" id="{901DDAFD-D1FF-4777-AB98-37B652386F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" y="1520"/>
              <a:ext cx="272" cy="91"/>
              <a:chOff x="1111" y="1520"/>
              <a:chExt cx="272" cy="91"/>
            </a:xfrm>
          </p:grpSpPr>
          <p:sp>
            <p:nvSpPr>
              <p:cNvPr id="232" name="Line 71">
                <a:extLst>
                  <a:ext uri="{FF2B5EF4-FFF2-40B4-BE49-F238E27FC236}">
                    <a16:creationId xmlns:a16="http://schemas.microsoft.com/office/drawing/2014/main" id="{CFDCA3C8-DF20-4ED2-A6CD-5993FB6D9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233" name="Line 72">
                <a:extLst>
                  <a:ext uri="{FF2B5EF4-FFF2-40B4-BE49-F238E27FC236}">
                    <a16:creationId xmlns:a16="http://schemas.microsoft.com/office/drawing/2014/main" id="{6A486476-6902-45E7-821B-59313A82C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solidFill>
                  <a:schemeClr val="bg1"/>
                </a:solidFill>
                <a:headEnd/>
                <a:tailEnd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sp>
          <p:nvSpPr>
            <p:cNvPr id="231" name="Line 73">
              <a:extLst>
                <a:ext uri="{FF2B5EF4-FFF2-40B4-BE49-F238E27FC236}">
                  <a16:creationId xmlns:a16="http://schemas.microsoft.com/office/drawing/2014/main" id="{1F12B87A-90EF-4498-BA36-DA01D5431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1610"/>
              <a:ext cx="227" cy="0"/>
            </a:xfrm>
            <a:prstGeom prst="line">
              <a:avLst/>
            </a:prstGeom>
            <a:ln>
              <a:solidFill>
                <a:schemeClr val="bg1"/>
              </a:solidFill>
              <a:headEnd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s-ES" sz="4004"/>
            </a:p>
          </p:txBody>
        </p:sp>
      </p:grpSp>
      <p:sp>
        <p:nvSpPr>
          <p:cNvPr id="240" name="Line 53">
            <a:extLst>
              <a:ext uri="{FF2B5EF4-FFF2-40B4-BE49-F238E27FC236}">
                <a16:creationId xmlns:a16="http://schemas.microsoft.com/office/drawing/2014/main" id="{AB05D884-A5EB-43FC-9B9E-EBF631FF81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39881" y="8573759"/>
            <a:ext cx="2979012" cy="1"/>
          </a:xfrm>
          <a:prstGeom prst="line">
            <a:avLst/>
          </a:prstGeom>
          <a:noFill/>
          <a:ln w="28575">
            <a:solidFill>
              <a:schemeClr val="bg1"/>
            </a:solidFill>
            <a:prstDash val="dashDot"/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s-ES" sz="4004"/>
          </a:p>
        </p:txBody>
      </p:sp>
      <p:sp>
        <p:nvSpPr>
          <p:cNvPr id="241" name="Line 52">
            <a:extLst>
              <a:ext uri="{FF2B5EF4-FFF2-40B4-BE49-F238E27FC236}">
                <a16:creationId xmlns:a16="http://schemas.microsoft.com/office/drawing/2014/main" id="{80DBAB78-7751-4323-A036-E183E311E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46602" y="8942333"/>
            <a:ext cx="2979011" cy="1"/>
          </a:xfrm>
          <a:prstGeom prst="line">
            <a:avLst/>
          </a:prstGeom>
          <a:noFill/>
          <a:ln w="38100">
            <a:solidFill>
              <a:schemeClr val="bg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4004"/>
          </a:p>
        </p:txBody>
      </p:sp>
      <p:pic>
        <p:nvPicPr>
          <p:cNvPr id="242" name="Picture 84" descr="p1">
            <a:extLst>
              <a:ext uri="{FF2B5EF4-FFF2-40B4-BE49-F238E27FC236}">
                <a16:creationId xmlns:a16="http://schemas.microsoft.com/office/drawing/2014/main" id="{7599BD8F-6F3C-4781-838C-C5F1AEF53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6973" y="6662634"/>
            <a:ext cx="465657" cy="766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" name="Picture 83" descr="r1">
            <a:extLst>
              <a:ext uri="{FF2B5EF4-FFF2-40B4-BE49-F238E27FC236}">
                <a16:creationId xmlns:a16="http://schemas.microsoft.com/office/drawing/2014/main" id="{5689862C-2056-4ACC-AB10-551B86CEC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896898">
            <a:off x="16090734" y="7662990"/>
            <a:ext cx="567146" cy="45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4" name="Picture 60">
            <a:extLst>
              <a:ext uri="{FF2B5EF4-FFF2-40B4-BE49-F238E27FC236}">
                <a16:creationId xmlns:a16="http://schemas.microsoft.com/office/drawing/2014/main" id="{B0EBA002-A23E-4FEA-BCAB-765539CBB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ABCD7B"/>
              </a:clrFrom>
              <a:clrTo>
                <a:srgbClr val="ABCD7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6609" y="6933378"/>
            <a:ext cx="495508" cy="58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" name="Picture 82" descr="a1">
            <a:extLst>
              <a:ext uri="{FF2B5EF4-FFF2-40B4-BE49-F238E27FC236}">
                <a16:creationId xmlns:a16="http://schemas.microsoft.com/office/drawing/2014/main" id="{729FEF8F-AF18-437E-ADAA-41F0A3A11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78587">
            <a:off x="17322848" y="7687024"/>
            <a:ext cx="519388" cy="4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" name="Picture 24">
            <a:extLst>
              <a:ext uri="{FF2B5EF4-FFF2-40B4-BE49-F238E27FC236}">
                <a16:creationId xmlns:a16="http://schemas.microsoft.com/office/drawing/2014/main" id="{FFD33DE4-A78D-4DB5-9BC3-DF0FBDCE5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497551">
            <a:off x="17530032" y="6866434"/>
            <a:ext cx="523366" cy="45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7" name="Group 95">
            <a:extLst>
              <a:ext uri="{FF2B5EF4-FFF2-40B4-BE49-F238E27FC236}">
                <a16:creationId xmlns:a16="http://schemas.microsoft.com/office/drawing/2014/main" id="{B282C6EB-B54E-42DB-A10F-AAB944C91C91}"/>
              </a:ext>
            </a:extLst>
          </p:cNvPr>
          <p:cNvGrpSpPr>
            <a:grpSpLocks/>
          </p:cNvGrpSpPr>
          <p:nvPr/>
        </p:nvGrpSpPr>
        <p:grpSpPr bwMode="auto">
          <a:xfrm>
            <a:off x="14129288" y="6300887"/>
            <a:ext cx="272630" cy="1315385"/>
            <a:chOff x="5420" y="1610"/>
            <a:chExt cx="137" cy="590"/>
          </a:xfrm>
        </p:grpSpPr>
        <p:sp>
          <p:nvSpPr>
            <p:cNvPr id="248" name="Rectangle 96" descr="Cuadrícula pequeña">
              <a:extLst>
                <a:ext uri="{FF2B5EF4-FFF2-40B4-BE49-F238E27FC236}">
                  <a16:creationId xmlns:a16="http://schemas.microsoft.com/office/drawing/2014/main" id="{E2B3732B-7B6B-4024-993C-5291F762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610"/>
              <a:ext cx="137" cy="590"/>
            </a:xfrm>
            <a:prstGeom prst="rect">
              <a:avLst/>
            </a:prstGeom>
            <a:blipFill dpi="0" rotWithShape="0">
              <a:blip r:embed="rId22"/>
              <a:srcRect/>
              <a:tile tx="0" ty="0" sx="100000" sy="100000" flip="none" algn="tl"/>
            </a:blipFill>
            <a:ln w="222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s-ES_tradnl" sz="2580"/>
            </a:p>
          </p:txBody>
        </p:sp>
        <p:sp>
          <p:nvSpPr>
            <p:cNvPr id="249" name="Line 97">
              <a:extLst>
                <a:ext uri="{FF2B5EF4-FFF2-40B4-BE49-F238E27FC236}">
                  <a16:creationId xmlns:a16="http://schemas.microsoft.com/office/drawing/2014/main" id="{4303674B-4652-4470-9687-F40DE4E47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1" y="2200"/>
              <a:ext cx="1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50" name="Line 98">
              <a:extLst>
                <a:ext uri="{FF2B5EF4-FFF2-40B4-BE49-F238E27FC236}">
                  <a16:creationId xmlns:a16="http://schemas.microsoft.com/office/drawing/2014/main" id="{988BE158-4479-4FC8-B062-340AC59608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" y="1610"/>
              <a:ext cx="0" cy="5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51" name="Line 99">
              <a:extLst>
                <a:ext uri="{FF2B5EF4-FFF2-40B4-BE49-F238E27FC236}">
                  <a16:creationId xmlns:a16="http://schemas.microsoft.com/office/drawing/2014/main" id="{9FBD236C-8492-4751-A328-09B8037C5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1" y="1610"/>
              <a:ext cx="1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</p:grpSp>
      <p:grpSp>
        <p:nvGrpSpPr>
          <p:cNvPr id="252" name="Group 107">
            <a:extLst>
              <a:ext uri="{FF2B5EF4-FFF2-40B4-BE49-F238E27FC236}">
                <a16:creationId xmlns:a16="http://schemas.microsoft.com/office/drawing/2014/main" id="{31CE5A7D-7802-4AE9-BDB4-5923213D3FF4}"/>
              </a:ext>
            </a:extLst>
          </p:cNvPr>
          <p:cNvGrpSpPr>
            <a:grpSpLocks/>
          </p:cNvGrpSpPr>
          <p:nvPr/>
        </p:nvGrpSpPr>
        <p:grpSpPr bwMode="auto">
          <a:xfrm>
            <a:off x="14748129" y="6296337"/>
            <a:ext cx="266659" cy="1253695"/>
            <a:chOff x="4241" y="2200"/>
            <a:chExt cx="91" cy="272"/>
          </a:xfrm>
        </p:grpSpPr>
        <p:sp>
          <p:nvSpPr>
            <p:cNvPr id="253" name="Rectangle 108" descr="Cuadrícula pequeña">
              <a:extLst>
                <a:ext uri="{FF2B5EF4-FFF2-40B4-BE49-F238E27FC236}">
                  <a16:creationId xmlns:a16="http://schemas.microsoft.com/office/drawing/2014/main" id="{553F8F86-0017-44E6-8FD7-DD07FE1F7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200"/>
              <a:ext cx="91" cy="272"/>
            </a:xfrm>
            <a:prstGeom prst="rect">
              <a:avLst/>
            </a:prstGeom>
            <a:blipFill dpi="0" rotWithShape="0">
              <a:blip r:embed="rId22"/>
              <a:srcRect/>
              <a:tile tx="0" ty="0" sx="100000" sy="100000" flip="none" algn="tl"/>
            </a:blipFill>
            <a:ln w="222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s-ES_tradnl" sz="2580"/>
            </a:p>
          </p:txBody>
        </p:sp>
        <p:sp>
          <p:nvSpPr>
            <p:cNvPr id="254" name="Line 109">
              <a:extLst>
                <a:ext uri="{FF2B5EF4-FFF2-40B4-BE49-F238E27FC236}">
                  <a16:creationId xmlns:a16="http://schemas.microsoft.com/office/drawing/2014/main" id="{6489B845-47C4-4429-98EF-93DAF321E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2200"/>
              <a:ext cx="0" cy="27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55" name="Line 110">
              <a:extLst>
                <a:ext uri="{FF2B5EF4-FFF2-40B4-BE49-F238E27FC236}">
                  <a16:creationId xmlns:a16="http://schemas.microsoft.com/office/drawing/2014/main" id="{69507967-A660-4C7F-9610-B6BC2D602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200"/>
              <a:ext cx="9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56" name="Line 111">
              <a:extLst>
                <a:ext uri="{FF2B5EF4-FFF2-40B4-BE49-F238E27FC236}">
                  <a16:creationId xmlns:a16="http://schemas.microsoft.com/office/drawing/2014/main" id="{73BF0ABB-FF7D-4136-BFF1-3C40B1FAC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472"/>
              <a:ext cx="9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</p:grpSp>
      <p:grpSp>
        <p:nvGrpSpPr>
          <p:cNvPr id="257" name="Group 182">
            <a:extLst>
              <a:ext uri="{FF2B5EF4-FFF2-40B4-BE49-F238E27FC236}">
                <a16:creationId xmlns:a16="http://schemas.microsoft.com/office/drawing/2014/main" id="{71F0E5DC-B074-4670-A7EF-7189065E6269}"/>
              </a:ext>
            </a:extLst>
          </p:cNvPr>
          <p:cNvGrpSpPr>
            <a:grpSpLocks/>
          </p:cNvGrpSpPr>
          <p:nvPr/>
        </p:nvGrpSpPr>
        <p:grpSpPr bwMode="auto">
          <a:xfrm>
            <a:off x="14092887" y="8312119"/>
            <a:ext cx="181089" cy="1315377"/>
            <a:chOff x="5420" y="1610"/>
            <a:chExt cx="137" cy="590"/>
          </a:xfrm>
        </p:grpSpPr>
        <p:sp>
          <p:nvSpPr>
            <p:cNvPr id="258" name="Rectangle 183" descr="Cuadrícula pequeña">
              <a:extLst>
                <a:ext uri="{FF2B5EF4-FFF2-40B4-BE49-F238E27FC236}">
                  <a16:creationId xmlns:a16="http://schemas.microsoft.com/office/drawing/2014/main" id="{9648C8C1-DB2B-4039-A3A2-963249DA5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610"/>
              <a:ext cx="137" cy="590"/>
            </a:xfrm>
            <a:prstGeom prst="rect">
              <a:avLst/>
            </a:prstGeom>
            <a:blipFill dpi="0" rotWithShape="0">
              <a:blip r:embed="rId22"/>
              <a:srcRect/>
              <a:tile tx="0" ty="0" sx="100000" sy="100000" flip="none" algn="tl"/>
            </a:blipFill>
            <a:ln w="222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s-ES_tradnl" sz="2580"/>
            </a:p>
          </p:txBody>
        </p:sp>
        <p:sp>
          <p:nvSpPr>
            <p:cNvPr id="259" name="Line 184">
              <a:extLst>
                <a:ext uri="{FF2B5EF4-FFF2-40B4-BE49-F238E27FC236}">
                  <a16:creationId xmlns:a16="http://schemas.microsoft.com/office/drawing/2014/main" id="{6F60AE52-E525-41A2-A8EB-BE55EF3BC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1" y="2200"/>
              <a:ext cx="1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60" name="Line 185">
              <a:extLst>
                <a:ext uri="{FF2B5EF4-FFF2-40B4-BE49-F238E27FC236}">
                  <a16:creationId xmlns:a16="http://schemas.microsoft.com/office/drawing/2014/main" id="{F890FA29-0CA9-46B5-94C3-AFAC66F22B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" y="1610"/>
              <a:ext cx="0" cy="5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61" name="Line 186">
              <a:extLst>
                <a:ext uri="{FF2B5EF4-FFF2-40B4-BE49-F238E27FC236}">
                  <a16:creationId xmlns:a16="http://schemas.microsoft.com/office/drawing/2014/main" id="{921B860A-D0A4-4330-B525-8932D36BC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1" y="1610"/>
              <a:ext cx="1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</p:grpSp>
      <p:pic>
        <p:nvPicPr>
          <p:cNvPr id="262" name="Picture 88" descr="2_over_rosso_small">
            <a:extLst>
              <a:ext uri="{FF2B5EF4-FFF2-40B4-BE49-F238E27FC236}">
                <a16:creationId xmlns:a16="http://schemas.microsoft.com/office/drawing/2014/main" id="{F13D1075-F811-44D6-8217-6CC5F1A05A5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398" y="7629574"/>
            <a:ext cx="903454" cy="224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3" name="27 Extracto">
            <a:extLst>
              <a:ext uri="{FF2B5EF4-FFF2-40B4-BE49-F238E27FC236}">
                <a16:creationId xmlns:a16="http://schemas.microsoft.com/office/drawing/2014/main" id="{23A10639-625F-4D9E-AC2B-915FE7C37565}"/>
              </a:ext>
            </a:extLst>
          </p:cNvPr>
          <p:cNvSpPr/>
          <p:nvPr/>
        </p:nvSpPr>
        <p:spPr>
          <a:xfrm>
            <a:off x="11339957" y="7074437"/>
            <a:ext cx="181089" cy="181088"/>
          </a:xfrm>
          <a:prstGeom prst="flowChartExtra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264" name="Retângulo 263">
            <a:extLst>
              <a:ext uri="{FF2B5EF4-FFF2-40B4-BE49-F238E27FC236}">
                <a16:creationId xmlns:a16="http://schemas.microsoft.com/office/drawing/2014/main" id="{147298D2-51E4-4C61-9DA1-B13FF53B8C05}"/>
              </a:ext>
            </a:extLst>
          </p:cNvPr>
          <p:cNvSpPr/>
          <p:nvPr/>
        </p:nvSpPr>
        <p:spPr>
          <a:xfrm>
            <a:off x="21496328" y="878580"/>
            <a:ext cx="3022006" cy="297873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004"/>
          </a:p>
        </p:txBody>
      </p:sp>
      <p:grpSp>
        <p:nvGrpSpPr>
          <p:cNvPr id="265" name="Group 107">
            <a:extLst>
              <a:ext uri="{FF2B5EF4-FFF2-40B4-BE49-F238E27FC236}">
                <a16:creationId xmlns:a16="http://schemas.microsoft.com/office/drawing/2014/main" id="{D5AC2E53-C434-4B7D-A5BA-CC8900EE2056}"/>
              </a:ext>
            </a:extLst>
          </p:cNvPr>
          <p:cNvGrpSpPr>
            <a:grpSpLocks/>
          </p:cNvGrpSpPr>
          <p:nvPr/>
        </p:nvGrpSpPr>
        <p:grpSpPr bwMode="auto">
          <a:xfrm>
            <a:off x="22038649" y="7177957"/>
            <a:ext cx="266659" cy="507446"/>
            <a:chOff x="4241" y="2200"/>
            <a:chExt cx="91" cy="272"/>
          </a:xfrm>
        </p:grpSpPr>
        <p:sp>
          <p:nvSpPr>
            <p:cNvPr id="266" name="Rectangle 108" descr="Cuadrícula pequeña">
              <a:extLst>
                <a:ext uri="{FF2B5EF4-FFF2-40B4-BE49-F238E27FC236}">
                  <a16:creationId xmlns:a16="http://schemas.microsoft.com/office/drawing/2014/main" id="{1FA31B84-5FCE-4C4C-A722-8D9129D29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200"/>
              <a:ext cx="91" cy="272"/>
            </a:xfrm>
            <a:prstGeom prst="rect">
              <a:avLst/>
            </a:prstGeom>
            <a:blipFill dpi="0" rotWithShape="0">
              <a:blip r:embed="rId22"/>
              <a:srcRect/>
              <a:tile tx="0" ty="0" sx="100000" sy="100000" flip="none" algn="tl"/>
            </a:blipFill>
            <a:ln w="222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s-ES_tradnl" sz="2580"/>
            </a:p>
          </p:txBody>
        </p:sp>
        <p:sp>
          <p:nvSpPr>
            <p:cNvPr id="267" name="Line 109">
              <a:extLst>
                <a:ext uri="{FF2B5EF4-FFF2-40B4-BE49-F238E27FC236}">
                  <a16:creationId xmlns:a16="http://schemas.microsoft.com/office/drawing/2014/main" id="{BB68C277-5396-4736-8C25-3269B83B3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2200"/>
              <a:ext cx="0" cy="27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68" name="Line 110">
              <a:extLst>
                <a:ext uri="{FF2B5EF4-FFF2-40B4-BE49-F238E27FC236}">
                  <a16:creationId xmlns:a16="http://schemas.microsoft.com/office/drawing/2014/main" id="{114139CC-61C8-4DE0-83A5-A9FB62984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200"/>
              <a:ext cx="9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  <p:sp>
          <p:nvSpPr>
            <p:cNvPr id="269" name="Line 111">
              <a:extLst>
                <a:ext uri="{FF2B5EF4-FFF2-40B4-BE49-F238E27FC236}">
                  <a16:creationId xmlns:a16="http://schemas.microsoft.com/office/drawing/2014/main" id="{80431335-DFCC-4B7F-A6D7-1BD0DE0D0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472"/>
              <a:ext cx="91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4004"/>
            </a:p>
          </p:txBody>
        </p:sp>
      </p:grpSp>
      <p:sp>
        <p:nvSpPr>
          <p:cNvPr id="303" name="10 Dodecágono">
            <a:extLst>
              <a:ext uri="{FF2B5EF4-FFF2-40B4-BE49-F238E27FC236}">
                <a16:creationId xmlns:a16="http://schemas.microsoft.com/office/drawing/2014/main" id="{98F2888A-E446-49B0-B02C-89A6CEA2EBF8}"/>
              </a:ext>
            </a:extLst>
          </p:cNvPr>
          <p:cNvSpPr/>
          <p:nvPr/>
        </p:nvSpPr>
        <p:spPr>
          <a:xfrm>
            <a:off x="-9878517" y="6135513"/>
            <a:ext cx="269414" cy="269414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2006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6</a:t>
            </a:r>
          </a:p>
        </p:txBody>
      </p:sp>
      <p:sp>
        <p:nvSpPr>
          <p:cNvPr id="277" name="78 Dodecágono">
            <a:extLst>
              <a:ext uri="{FF2B5EF4-FFF2-40B4-BE49-F238E27FC236}">
                <a16:creationId xmlns:a16="http://schemas.microsoft.com/office/drawing/2014/main" id="{4742FF19-8491-F347-B130-1CFE6F195D55}"/>
              </a:ext>
            </a:extLst>
          </p:cNvPr>
          <p:cNvSpPr/>
          <p:nvPr/>
        </p:nvSpPr>
        <p:spPr>
          <a:xfrm>
            <a:off x="11256062" y="1354883"/>
            <a:ext cx="177573" cy="177573"/>
          </a:xfrm>
          <a:prstGeom prst="dodec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1433" b="1">
                <a:solidFill>
                  <a:srgbClr val="FFFFFF"/>
                </a:solidFill>
                <a:latin typeface="Candara" pitchFamily="34" charset="0"/>
                <a:cs typeface="Arial" charset="0"/>
              </a:rPr>
              <a:t>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8B1FD96-DDB4-1330-80A0-63A53D1F3419}"/>
              </a:ext>
            </a:extLst>
          </p:cNvPr>
          <p:cNvSpPr txBox="1"/>
          <p:nvPr/>
        </p:nvSpPr>
        <p:spPr>
          <a:xfrm>
            <a:off x="1167063" y="653924"/>
            <a:ext cx="5690937" cy="24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ORGANIZAÇÃO OFENSIVA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96228A5-AF89-C4E3-DCF8-7B0AB2E080D1}"/>
              </a:ext>
            </a:extLst>
          </p:cNvPr>
          <p:cNvSpPr txBox="1"/>
          <p:nvPr/>
        </p:nvSpPr>
        <p:spPr>
          <a:xfrm>
            <a:off x="0" y="653606"/>
            <a:ext cx="1135380" cy="246221"/>
          </a:xfrm>
          <a:prstGeom prst="rect">
            <a:avLst/>
          </a:prstGeom>
          <a:solidFill>
            <a:srgbClr val="01225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DE JOGO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BEFA941-72A3-8512-6211-2AF639C137C7}"/>
              </a:ext>
            </a:extLst>
          </p:cNvPr>
          <p:cNvSpPr txBox="1"/>
          <p:nvPr/>
        </p:nvSpPr>
        <p:spPr>
          <a:xfrm>
            <a:off x="0" y="919318"/>
            <a:ext cx="1135380" cy="400110"/>
          </a:xfrm>
          <a:prstGeom prst="rect">
            <a:avLst/>
          </a:prstGeom>
          <a:solidFill>
            <a:srgbClr val="01225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TEMA DO MÊS: AGOSTO / 2026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4C4444D-DDB5-5D53-9D81-6BF1339A0F0B}"/>
              </a:ext>
            </a:extLst>
          </p:cNvPr>
          <p:cNvSpPr txBox="1"/>
          <p:nvPr/>
        </p:nvSpPr>
        <p:spPr>
          <a:xfrm>
            <a:off x="1167063" y="920296"/>
            <a:ext cx="2841057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POSSE &amp; PROGRESSÃO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CONSTRUÇÃO DE JOGADAS &gt;&gt; SAÍDA DE BOLA E PROGRESSÃO EM CAMPO</a:t>
            </a:r>
          </a:p>
        </p:txBody>
      </p:sp>
      <p:grpSp>
        <p:nvGrpSpPr>
          <p:cNvPr id="289" name="Agrupar 288">
            <a:extLst>
              <a:ext uri="{FF2B5EF4-FFF2-40B4-BE49-F238E27FC236}">
                <a16:creationId xmlns:a16="http://schemas.microsoft.com/office/drawing/2014/main" id="{B8F9EC08-CE12-B7BD-CF81-B9214DE60005}"/>
              </a:ext>
            </a:extLst>
          </p:cNvPr>
          <p:cNvGrpSpPr/>
          <p:nvPr/>
        </p:nvGrpSpPr>
        <p:grpSpPr>
          <a:xfrm>
            <a:off x="1942454" y="1337430"/>
            <a:ext cx="1486546" cy="480263"/>
            <a:chOff x="1922331" y="1371467"/>
            <a:chExt cx="1378457" cy="466063"/>
          </a:xfrm>
        </p:grpSpPr>
        <p:sp>
          <p:nvSpPr>
            <p:cNvPr id="287" name="CaixaDeTexto 286">
              <a:extLst>
                <a:ext uri="{FF2B5EF4-FFF2-40B4-BE49-F238E27FC236}">
                  <a16:creationId xmlns:a16="http://schemas.microsoft.com/office/drawing/2014/main" id="{9B826EF8-FACD-7479-2909-8216D847E188}"/>
                </a:ext>
              </a:extLst>
            </p:cNvPr>
            <p:cNvSpPr txBox="1"/>
            <p:nvPr/>
          </p:nvSpPr>
          <p:spPr>
            <a:xfrm>
              <a:off x="1922331" y="1613523"/>
              <a:ext cx="1377846" cy="2240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014085"/>
                  </a:solidFill>
                </a:rPr>
                <a:t>SUB 11</a:t>
              </a:r>
            </a:p>
          </p:txBody>
        </p:sp>
        <p:sp>
          <p:nvSpPr>
            <p:cNvPr id="271" name="CaixaDeTexto 270">
              <a:extLst>
                <a:ext uri="{FF2B5EF4-FFF2-40B4-BE49-F238E27FC236}">
                  <a16:creationId xmlns:a16="http://schemas.microsoft.com/office/drawing/2014/main" id="{96FDC35B-7068-AC4D-76E9-0C0484D8888D}"/>
                </a:ext>
              </a:extLst>
            </p:cNvPr>
            <p:cNvSpPr txBox="1"/>
            <p:nvPr/>
          </p:nvSpPr>
          <p:spPr>
            <a:xfrm>
              <a:off x="1922942" y="1371467"/>
              <a:ext cx="1377846" cy="237562"/>
            </a:xfrm>
            <a:prstGeom prst="rect">
              <a:avLst/>
            </a:prstGeom>
            <a:solidFill>
              <a:srgbClr val="01225F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CATEGORIA</a:t>
              </a:r>
            </a:p>
          </p:txBody>
        </p:sp>
      </p:grpSp>
      <p:grpSp>
        <p:nvGrpSpPr>
          <p:cNvPr id="294" name="Agrupar 293">
            <a:extLst>
              <a:ext uri="{FF2B5EF4-FFF2-40B4-BE49-F238E27FC236}">
                <a16:creationId xmlns:a16="http://schemas.microsoft.com/office/drawing/2014/main" id="{E5C870A0-8ECF-E94A-D4E9-E2EDF9311270}"/>
              </a:ext>
            </a:extLst>
          </p:cNvPr>
          <p:cNvGrpSpPr/>
          <p:nvPr/>
        </p:nvGrpSpPr>
        <p:grpSpPr>
          <a:xfrm>
            <a:off x="0" y="1335391"/>
            <a:ext cx="1969560" cy="490843"/>
            <a:chOff x="-209" y="1371421"/>
            <a:chExt cx="1969560" cy="490843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910D1F1-E9C1-48C8-BF20-5AEB598CE994}"/>
                </a:ext>
              </a:extLst>
            </p:cNvPr>
            <p:cNvSpPr txBox="1"/>
            <p:nvPr/>
          </p:nvSpPr>
          <p:spPr>
            <a:xfrm>
              <a:off x="0" y="1371486"/>
              <a:ext cx="831519" cy="246221"/>
            </a:xfrm>
            <a:prstGeom prst="rect">
              <a:avLst/>
            </a:prstGeom>
            <a:solidFill>
              <a:srgbClr val="01225F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PERÍODO</a:t>
              </a:r>
              <a:endParaRPr lang="pt-BR" sz="300" b="1" dirty="0">
                <a:solidFill>
                  <a:schemeClr val="bg1"/>
                </a:solidFill>
              </a:endParaRPr>
            </a:p>
          </p:txBody>
        </p:sp>
        <p:sp>
          <p:nvSpPr>
            <p:cNvPr id="288" name="CaixaDeTexto 287">
              <a:extLst>
                <a:ext uri="{FF2B5EF4-FFF2-40B4-BE49-F238E27FC236}">
                  <a16:creationId xmlns:a16="http://schemas.microsoft.com/office/drawing/2014/main" id="{E70C1D48-90A9-566E-CFC4-84E78F236960}"/>
                </a:ext>
              </a:extLst>
            </p:cNvPr>
            <p:cNvSpPr txBox="1"/>
            <p:nvPr/>
          </p:nvSpPr>
          <p:spPr>
            <a:xfrm>
              <a:off x="839045" y="1371421"/>
              <a:ext cx="1130306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014085"/>
                  </a:solidFill>
                </a:rPr>
                <a:t>SEMANA: 32</a:t>
              </a:r>
            </a:p>
          </p:txBody>
        </p:sp>
        <p:sp>
          <p:nvSpPr>
            <p:cNvPr id="290" name="CaixaDeTexto 289">
              <a:extLst>
                <a:ext uri="{FF2B5EF4-FFF2-40B4-BE49-F238E27FC236}">
                  <a16:creationId xmlns:a16="http://schemas.microsoft.com/office/drawing/2014/main" id="{0BB59CCA-5711-6569-F2DD-EDDE9621B0A5}"/>
                </a:ext>
              </a:extLst>
            </p:cNvPr>
            <p:cNvSpPr txBox="1"/>
            <p:nvPr/>
          </p:nvSpPr>
          <p:spPr>
            <a:xfrm>
              <a:off x="-209" y="1616043"/>
              <a:ext cx="831519" cy="246221"/>
            </a:xfrm>
            <a:prstGeom prst="rect">
              <a:avLst/>
            </a:prstGeom>
            <a:solidFill>
              <a:srgbClr val="01225F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DATA</a:t>
              </a:r>
              <a:endParaRPr lang="pt-BR" sz="300" b="1" dirty="0">
                <a:solidFill>
                  <a:schemeClr val="bg1"/>
                </a:solidFill>
              </a:endParaRPr>
            </a:p>
          </p:txBody>
        </p:sp>
        <p:sp>
          <p:nvSpPr>
            <p:cNvPr id="293" name="CaixaDeTexto 292">
              <a:extLst>
                <a:ext uri="{FF2B5EF4-FFF2-40B4-BE49-F238E27FC236}">
                  <a16:creationId xmlns:a16="http://schemas.microsoft.com/office/drawing/2014/main" id="{E6F716D7-40AD-A64E-1EC1-5AC26C11FB3E}"/>
                </a:ext>
              </a:extLst>
            </p:cNvPr>
            <p:cNvSpPr txBox="1"/>
            <p:nvPr/>
          </p:nvSpPr>
          <p:spPr>
            <a:xfrm>
              <a:off x="838836" y="1621144"/>
              <a:ext cx="1130306" cy="2308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014085"/>
                  </a:solidFill>
                </a:rPr>
                <a:t>04/08 – 06/08 </a:t>
              </a:r>
            </a:p>
          </p:txBody>
        </p:sp>
      </p:grpSp>
      <p:pic>
        <p:nvPicPr>
          <p:cNvPr id="300" name="Imagem 299">
            <a:extLst>
              <a:ext uri="{FF2B5EF4-FFF2-40B4-BE49-F238E27FC236}">
                <a16:creationId xmlns:a16="http://schemas.microsoft.com/office/drawing/2014/main" id="{ADF04CFE-5611-2BD5-0191-7B3DC10B991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62" y="2079637"/>
            <a:ext cx="2842747" cy="1610890"/>
          </a:xfrm>
          <a:prstGeom prst="rect">
            <a:avLst/>
          </a:prstGeom>
        </p:spPr>
      </p:pic>
      <p:grpSp>
        <p:nvGrpSpPr>
          <p:cNvPr id="298" name="Agrupar 297">
            <a:extLst>
              <a:ext uri="{FF2B5EF4-FFF2-40B4-BE49-F238E27FC236}">
                <a16:creationId xmlns:a16="http://schemas.microsoft.com/office/drawing/2014/main" id="{67631C21-1201-5C57-498A-B58CBF6366CF}"/>
              </a:ext>
            </a:extLst>
          </p:cNvPr>
          <p:cNvGrpSpPr/>
          <p:nvPr/>
        </p:nvGrpSpPr>
        <p:grpSpPr>
          <a:xfrm>
            <a:off x="0" y="1855370"/>
            <a:ext cx="6858000" cy="246221"/>
            <a:chOff x="-80210" y="2175958"/>
            <a:chExt cx="6858000" cy="246221"/>
          </a:xfrm>
        </p:grpSpPr>
        <p:sp>
          <p:nvSpPr>
            <p:cNvPr id="296" name="CaixaDeTexto 295">
              <a:extLst>
                <a:ext uri="{FF2B5EF4-FFF2-40B4-BE49-F238E27FC236}">
                  <a16:creationId xmlns:a16="http://schemas.microsoft.com/office/drawing/2014/main" id="{0F191AAE-DE00-F818-2C29-B216C8D20844}"/>
                </a:ext>
              </a:extLst>
            </p:cNvPr>
            <p:cNvSpPr txBox="1"/>
            <p:nvPr/>
          </p:nvSpPr>
          <p:spPr>
            <a:xfrm>
              <a:off x="1086853" y="2176276"/>
              <a:ext cx="5690937" cy="2448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DESENVOLVIMENTO COORDENATIVO – REFINO DO GESTO MOTOR</a:t>
              </a:r>
            </a:p>
          </p:txBody>
        </p:sp>
        <p:sp>
          <p:nvSpPr>
            <p:cNvPr id="297" name="CaixaDeTexto 296">
              <a:extLst>
                <a:ext uri="{FF2B5EF4-FFF2-40B4-BE49-F238E27FC236}">
                  <a16:creationId xmlns:a16="http://schemas.microsoft.com/office/drawing/2014/main" id="{EFB155A1-41F1-7102-C5B0-3FF087D8D634}"/>
                </a:ext>
              </a:extLst>
            </p:cNvPr>
            <p:cNvSpPr txBox="1"/>
            <p:nvPr/>
          </p:nvSpPr>
          <p:spPr>
            <a:xfrm>
              <a:off x="-80210" y="2175958"/>
              <a:ext cx="1135380" cy="246221"/>
            </a:xfrm>
            <a:prstGeom prst="rect">
              <a:avLst/>
            </a:prstGeom>
            <a:solidFill>
              <a:srgbClr val="01225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ETAPA INICIAL</a:t>
              </a:r>
            </a:p>
          </p:txBody>
        </p:sp>
      </p:grpSp>
      <p:sp>
        <p:nvSpPr>
          <p:cNvPr id="302" name="CaixaDeTexto 301">
            <a:extLst>
              <a:ext uri="{FF2B5EF4-FFF2-40B4-BE49-F238E27FC236}">
                <a16:creationId xmlns:a16="http://schemas.microsoft.com/office/drawing/2014/main" id="{A3F502FC-3414-6124-B21E-2CABCB3E60C4}"/>
              </a:ext>
            </a:extLst>
          </p:cNvPr>
          <p:cNvSpPr txBox="1"/>
          <p:nvPr/>
        </p:nvSpPr>
        <p:spPr>
          <a:xfrm>
            <a:off x="2752260" y="2128471"/>
            <a:ext cx="4100400" cy="246221"/>
          </a:xfrm>
          <a:prstGeom prst="rect">
            <a:avLst/>
          </a:prstGeom>
          <a:solidFill>
            <a:srgbClr val="01225F"/>
          </a:solidFill>
          <a:ln>
            <a:solidFill>
              <a:srgbClr val="01408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COORDENAÇÃO MOTORA              AQUECIMENTO LÚDICO</a:t>
            </a:r>
          </a:p>
        </p:txBody>
      </p:sp>
      <p:sp>
        <p:nvSpPr>
          <p:cNvPr id="301" name="CaixaDeTexto 300">
            <a:extLst>
              <a:ext uri="{FF2B5EF4-FFF2-40B4-BE49-F238E27FC236}">
                <a16:creationId xmlns:a16="http://schemas.microsoft.com/office/drawing/2014/main" id="{9C2413FA-B849-00BA-B596-5C005F9C88C1}"/>
              </a:ext>
            </a:extLst>
          </p:cNvPr>
          <p:cNvSpPr txBox="1"/>
          <p:nvPr/>
        </p:nvSpPr>
        <p:spPr>
          <a:xfrm>
            <a:off x="2752260" y="2371076"/>
            <a:ext cx="204990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ESTAÇÃO 1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SIMPLES         COM BOLA          RECREATIVO</a:t>
            </a:r>
          </a:p>
        </p:txBody>
      </p:sp>
      <p:sp>
        <p:nvSpPr>
          <p:cNvPr id="304" name="CaixaDeTexto 303">
            <a:extLst>
              <a:ext uri="{FF2B5EF4-FFF2-40B4-BE49-F238E27FC236}">
                <a16:creationId xmlns:a16="http://schemas.microsoft.com/office/drawing/2014/main" id="{2981064E-05CF-83B4-B2A1-F2A72413A765}"/>
              </a:ext>
            </a:extLst>
          </p:cNvPr>
          <p:cNvSpPr txBox="1"/>
          <p:nvPr/>
        </p:nvSpPr>
        <p:spPr>
          <a:xfrm>
            <a:off x="4802752" y="2371076"/>
            <a:ext cx="204990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ESTAÇÃO 2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SIMPLES         COM BOLA          RECREATIVO</a:t>
            </a:r>
          </a:p>
        </p:txBody>
      </p:sp>
      <p:sp>
        <p:nvSpPr>
          <p:cNvPr id="310" name="Retângulo 309">
            <a:extLst>
              <a:ext uri="{FF2B5EF4-FFF2-40B4-BE49-F238E27FC236}">
                <a16:creationId xmlns:a16="http://schemas.microsoft.com/office/drawing/2014/main" id="{853ED599-95EF-6C17-3964-E02EC2FB4B0C}"/>
              </a:ext>
            </a:extLst>
          </p:cNvPr>
          <p:cNvSpPr/>
          <p:nvPr/>
        </p:nvSpPr>
        <p:spPr>
          <a:xfrm>
            <a:off x="2759444" y="2718304"/>
            <a:ext cx="2049045" cy="9124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800" dirty="0">
                <a:solidFill>
                  <a:srgbClr val="014085"/>
                </a:solidFill>
                <a:latin typeface="+mj-lt"/>
              </a:rPr>
              <a:t>Deslocamento em diagonal fazendo </a:t>
            </a:r>
            <a:r>
              <a:rPr lang="pt-BR" sz="800" dirty="0" err="1">
                <a:solidFill>
                  <a:srgbClr val="014085"/>
                </a:solidFill>
                <a:latin typeface="+mj-lt"/>
              </a:rPr>
              <a:t>Zig-Zag</a:t>
            </a:r>
            <a:r>
              <a:rPr lang="pt-BR" sz="800" dirty="0">
                <a:solidFill>
                  <a:srgbClr val="014085"/>
                </a:solidFill>
                <a:latin typeface="+mj-lt"/>
              </a:rPr>
              <a:t> e após fazer uma aceleração e desaceleração, com tiro até o portal.</a:t>
            </a:r>
          </a:p>
        </p:txBody>
      </p:sp>
      <p:sp>
        <p:nvSpPr>
          <p:cNvPr id="311" name="Retângulo 310">
            <a:extLst>
              <a:ext uri="{FF2B5EF4-FFF2-40B4-BE49-F238E27FC236}">
                <a16:creationId xmlns:a16="http://schemas.microsoft.com/office/drawing/2014/main" id="{CFF7FA8B-8E8A-49F5-3B21-1BB91DF6AF08}"/>
              </a:ext>
            </a:extLst>
          </p:cNvPr>
          <p:cNvSpPr/>
          <p:nvPr/>
        </p:nvSpPr>
        <p:spPr>
          <a:xfrm>
            <a:off x="4808955" y="2717325"/>
            <a:ext cx="2049045" cy="9124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rgbClr val="014085"/>
                </a:solidFill>
                <a:latin typeface="+mj-lt"/>
              </a:rPr>
              <a:t>Controle de bola entre os cones e após condução e aceleração entre os portais. </a:t>
            </a:r>
          </a:p>
        </p:txBody>
      </p:sp>
      <p:pic>
        <p:nvPicPr>
          <p:cNvPr id="315" name="Imagem 314">
            <a:extLst>
              <a:ext uri="{FF2B5EF4-FFF2-40B4-BE49-F238E27FC236}">
                <a16:creationId xmlns:a16="http://schemas.microsoft.com/office/drawing/2014/main" id="{6C1AC5B5-3E09-F72E-CA10-013C5F61DE6D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29"/>
          <a:stretch/>
        </p:blipFill>
        <p:spPr>
          <a:xfrm>
            <a:off x="-53691" y="3974120"/>
            <a:ext cx="2525372" cy="22476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grpSp>
        <p:nvGrpSpPr>
          <p:cNvPr id="316" name="Agrupar 315">
            <a:extLst>
              <a:ext uri="{FF2B5EF4-FFF2-40B4-BE49-F238E27FC236}">
                <a16:creationId xmlns:a16="http://schemas.microsoft.com/office/drawing/2014/main" id="{93A890C0-9CF7-494D-255E-2F7D4787A6CA}"/>
              </a:ext>
            </a:extLst>
          </p:cNvPr>
          <p:cNvGrpSpPr/>
          <p:nvPr/>
        </p:nvGrpSpPr>
        <p:grpSpPr>
          <a:xfrm>
            <a:off x="0" y="3666108"/>
            <a:ext cx="6858000" cy="338716"/>
            <a:chOff x="-80210" y="2175958"/>
            <a:chExt cx="6858000" cy="338716"/>
          </a:xfrm>
        </p:grpSpPr>
        <p:sp>
          <p:nvSpPr>
            <p:cNvPr id="317" name="CaixaDeTexto 316">
              <a:extLst>
                <a:ext uri="{FF2B5EF4-FFF2-40B4-BE49-F238E27FC236}">
                  <a16:creationId xmlns:a16="http://schemas.microsoft.com/office/drawing/2014/main" id="{849B66E5-7349-06D0-45B7-310350139A74}"/>
                </a:ext>
              </a:extLst>
            </p:cNvPr>
            <p:cNvSpPr txBox="1"/>
            <p:nvPr/>
          </p:nvSpPr>
          <p:spPr>
            <a:xfrm>
              <a:off x="1086853" y="2176274"/>
              <a:ext cx="5690937" cy="338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DESENVOLVIMENTO TÁTICO INDIVIDUAL – FUNÇÃO NO MODELO DE JOGO</a:t>
              </a:r>
            </a:p>
          </p:txBody>
        </p:sp>
        <p:sp>
          <p:nvSpPr>
            <p:cNvPr id="318" name="CaixaDeTexto 317">
              <a:extLst>
                <a:ext uri="{FF2B5EF4-FFF2-40B4-BE49-F238E27FC236}">
                  <a16:creationId xmlns:a16="http://schemas.microsoft.com/office/drawing/2014/main" id="{70FFEE40-E324-738A-6784-2F23423BAA6F}"/>
                </a:ext>
              </a:extLst>
            </p:cNvPr>
            <p:cNvSpPr txBox="1"/>
            <p:nvPr/>
          </p:nvSpPr>
          <p:spPr>
            <a:xfrm>
              <a:off x="-80210" y="2175958"/>
              <a:ext cx="1135380" cy="338554"/>
            </a:xfrm>
            <a:prstGeom prst="rect">
              <a:avLst/>
            </a:prstGeom>
            <a:solidFill>
              <a:srgbClr val="01225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ETAPA DE FUNDAMENTAÇÃO</a:t>
              </a:r>
            </a:p>
          </p:txBody>
        </p:sp>
      </p:grpSp>
      <p:sp>
        <p:nvSpPr>
          <p:cNvPr id="326" name="CaixaDeTexto 325">
            <a:extLst>
              <a:ext uri="{FF2B5EF4-FFF2-40B4-BE49-F238E27FC236}">
                <a16:creationId xmlns:a16="http://schemas.microsoft.com/office/drawing/2014/main" id="{ECFF2963-F9C6-5E16-5972-6D4AAD310ADD}"/>
              </a:ext>
            </a:extLst>
          </p:cNvPr>
          <p:cNvSpPr txBox="1"/>
          <p:nvPr/>
        </p:nvSpPr>
        <p:spPr>
          <a:xfrm>
            <a:off x="2505293" y="4031796"/>
            <a:ext cx="4354551" cy="246221"/>
          </a:xfrm>
          <a:prstGeom prst="rect">
            <a:avLst/>
          </a:prstGeom>
          <a:solidFill>
            <a:srgbClr val="01225F"/>
          </a:solidFill>
          <a:ln>
            <a:solidFill>
              <a:srgbClr val="01408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</a:t>
            </a:r>
          </a:p>
        </p:txBody>
      </p:sp>
      <p:sp>
        <p:nvSpPr>
          <p:cNvPr id="328" name="CaixaDeTexto 327">
            <a:extLst>
              <a:ext uri="{FF2B5EF4-FFF2-40B4-BE49-F238E27FC236}">
                <a16:creationId xmlns:a16="http://schemas.microsoft.com/office/drawing/2014/main" id="{6674AD46-50D8-7238-E054-953BFBEC926F}"/>
              </a:ext>
            </a:extLst>
          </p:cNvPr>
          <p:cNvSpPr txBox="1"/>
          <p:nvPr/>
        </p:nvSpPr>
        <p:spPr>
          <a:xfrm>
            <a:off x="2505293" y="4274400"/>
            <a:ext cx="4354551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ANALÍTICO                    GLOBAL                    SITUACIONAL</a:t>
            </a:r>
          </a:p>
        </p:txBody>
      </p:sp>
      <p:sp>
        <p:nvSpPr>
          <p:cNvPr id="331" name="Retângulo 330">
            <a:extLst>
              <a:ext uri="{FF2B5EF4-FFF2-40B4-BE49-F238E27FC236}">
                <a16:creationId xmlns:a16="http://schemas.microsoft.com/office/drawing/2014/main" id="{33333DA5-3347-C942-0CDD-11DA1CCA3C59}"/>
              </a:ext>
            </a:extLst>
          </p:cNvPr>
          <p:cNvSpPr/>
          <p:nvPr/>
        </p:nvSpPr>
        <p:spPr>
          <a:xfrm>
            <a:off x="2505502" y="4526128"/>
            <a:ext cx="4361527" cy="16133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dirty="0">
                <a:solidFill>
                  <a:srgbClr val="014085"/>
                </a:solidFill>
                <a:latin typeface="+mj-lt"/>
              </a:rPr>
              <a:t>Saida de bola com um dos laterais (Variando entre LE e LD), tocando no volante e devolvendo para o lateral. Assim que receber o passe, o lateral devera fazer um domínio orientado para o corredor e deverá tocar para o ponta e fazer a ultrapassagem. Assim o ponta poderá tocar de primeira e sair por dentro ou fazer um domínio orientado para dentro, gerando espaço no corredor para ultrapassagem do lateral. </a:t>
            </a:r>
          </a:p>
          <a:p>
            <a:r>
              <a:rPr lang="pt-BR" sz="900" dirty="0">
                <a:solidFill>
                  <a:srgbClr val="014085"/>
                </a:solidFill>
                <a:latin typeface="+mj-lt"/>
              </a:rPr>
              <a:t>Opções de passe para o ponta: Tocar no meia ou em alguns dos volantes.</a:t>
            </a:r>
          </a:p>
          <a:p>
            <a:r>
              <a:rPr lang="pt-BR" sz="900" dirty="0">
                <a:solidFill>
                  <a:srgbClr val="014085"/>
                </a:solidFill>
                <a:latin typeface="+mj-lt"/>
              </a:rPr>
              <a:t>Opções de passe para o meia ou volantes: Tocar no lateral que fez a ultrapassagem ou fazer a inversão de jogada para o ponta oposto.</a:t>
            </a:r>
          </a:p>
          <a:p>
            <a:endParaRPr lang="pt-BR" sz="900" dirty="0">
              <a:solidFill>
                <a:srgbClr val="014085"/>
              </a:solidFill>
              <a:latin typeface="+mj-lt"/>
            </a:endParaRPr>
          </a:p>
          <a:p>
            <a:r>
              <a:rPr lang="pt-BR" sz="900" b="1" dirty="0">
                <a:solidFill>
                  <a:srgbClr val="014085"/>
                </a:solidFill>
                <a:latin typeface="+mj-lt"/>
              </a:rPr>
              <a:t>OBJETIVO DO ATAQUE: </a:t>
            </a:r>
            <a:r>
              <a:rPr lang="pt-BR" sz="900" dirty="0">
                <a:solidFill>
                  <a:srgbClr val="014085"/>
                </a:solidFill>
                <a:latin typeface="+mj-lt"/>
              </a:rPr>
              <a:t>Fazer a movimentação e gerar a finalização.</a:t>
            </a:r>
          </a:p>
          <a:p>
            <a:r>
              <a:rPr lang="pt-BR" sz="900" b="1" dirty="0">
                <a:solidFill>
                  <a:srgbClr val="014085"/>
                </a:solidFill>
                <a:latin typeface="+mj-lt"/>
              </a:rPr>
              <a:t>OBJETIVO DA DEFERSA: </a:t>
            </a:r>
            <a:r>
              <a:rPr lang="pt-BR" sz="900" dirty="0">
                <a:solidFill>
                  <a:srgbClr val="014085"/>
                </a:solidFill>
                <a:latin typeface="+mj-lt"/>
              </a:rPr>
              <a:t>Roubar a bola e ultrapassar a área determinada pela comissão.</a:t>
            </a:r>
          </a:p>
        </p:txBody>
      </p:sp>
      <p:sp>
        <p:nvSpPr>
          <p:cNvPr id="333" name="Retângulo 332">
            <a:extLst>
              <a:ext uri="{FF2B5EF4-FFF2-40B4-BE49-F238E27FC236}">
                <a16:creationId xmlns:a16="http://schemas.microsoft.com/office/drawing/2014/main" id="{7D4A663D-45D4-7797-9872-7952B22CAA36}"/>
              </a:ext>
            </a:extLst>
          </p:cNvPr>
          <p:cNvSpPr/>
          <p:nvPr/>
        </p:nvSpPr>
        <p:spPr>
          <a:xfrm>
            <a:off x="3136922" y="4366554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4" name="Retângulo 333">
            <a:extLst>
              <a:ext uri="{FF2B5EF4-FFF2-40B4-BE49-F238E27FC236}">
                <a16:creationId xmlns:a16="http://schemas.microsoft.com/office/drawing/2014/main" id="{1BDAD991-D86E-F0A5-AC7C-2F2357D03A28}"/>
              </a:ext>
            </a:extLst>
          </p:cNvPr>
          <p:cNvSpPr/>
          <p:nvPr/>
        </p:nvSpPr>
        <p:spPr>
          <a:xfrm>
            <a:off x="4285895" y="4366554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5" name="Retângulo 334">
            <a:extLst>
              <a:ext uri="{FF2B5EF4-FFF2-40B4-BE49-F238E27FC236}">
                <a16:creationId xmlns:a16="http://schemas.microsoft.com/office/drawing/2014/main" id="{22290230-E4DA-01BF-0CFC-64DDEDD9DD94}"/>
              </a:ext>
            </a:extLst>
          </p:cNvPr>
          <p:cNvSpPr/>
          <p:nvPr/>
        </p:nvSpPr>
        <p:spPr>
          <a:xfrm>
            <a:off x="5265227" y="4366554"/>
            <a:ext cx="72000" cy="7200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6" name="Retângulo 335">
            <a:extLst>
              <a:ext uri="{FF2B5EF4-FFF2-40B4-BE49-F238E27FC236}">
                <a16:creationId xmlns:a16="http://schemas.microsoft.com/office/drawing/2014/main" id="{5125CF78-2551-3873-156D-2C6EA298497C}"/>
              </a:ext>
            </a:extLst>
          </p:cNvPr>
          <p:cNvSpPr/>
          <p:nvPr/>
        </p:nvSpPr>
        <p:spPr>
          <a:xfrm>
            <a:off x="3164721" y="2216045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7" name="Retângulo 336">
            <a:extLst>
              <a:ext uri="{FF2B5EF4-FFF2-40B4-BE49-F238E27FC236}">
                <a16:creationId xmlns:a16="http://schemas.microsoft.com/office/drawing/2014/main" id="{66281583-4C4E-E2A4-46A4-75D4AB319F3B}"/>
              </a:ext>
            </a:extLst>
          </p:cNvPr>
          <p:cNvSpPr/>
          <p:nvPr/>
        </p:nvSpPr>
        <p:spPr>
          <a:xfrm>
            <a:off x="4935459" y="2220118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9" name="Retângulo 338">
            <a:extLst>
              <a:ext uri="{FF2B5EF4-FFF2-40B4-BE49-F238E27FC236}">
                <a16:creationId xmlns:a16="http://schemas.microsoft.com/office/drawing/2014/main" id="{2AE10701-5F5D-DC69-2F7E-E30FCEA4AA80}"/>
              </a:ext>
            </a:extLst>
          </p:cNvPr>
          <p:cNvSpPr/>
          <p:nvPr/>
        </p:nvSpPr>
        <p:spPr>
          <a:xfrm>
            <a:off x="2782675" y="2594628"/>
            <a:ext cx="72000" cy="7200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0" name="Retângulo 339">
            <a:extLst>
              <a:ext uri="{FF2B5EF4-FFF2-40B4-BE49-F238E27FC236}">
                <a16:creationId xmlns:a16="http://schemas.microsoft.com/office/drawing/2014/main" id="{1D17191B-E6BD-8E84-5F43-BAB84F00C6E9}"/>
              </a:ext>
            </a:extLst>
          </p:cNvPr>
          <p:cNvSpPr/>
          <p:nvPr/>
        </p:nvSpPr>
        <p:spPr>
          <a:xfrm>
            <a:off x="3333251" y="2594240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1" name="Retângulo 340">
            <a:extLst>
              <a:ext uri="{FF2B5EF4-FFF2-40B4-BE49-F238E27FC236}">
                <a16:creationId xmlns:a16="http://schemas.microsoft.com/office/drawing/2014/main" id="{2EDE4E87-EC3E-9589-77D6-2FEAF3D27848}"/>
              </a:ext>
            </a:extLst>
          </p:cNvPr>
          <p:cNvSpPr/>
          <p:nvPr/>
        </p:nvSpPr>
        <p:spPr>
          <a:xfrm>
            <a:off x="4024609" y="2594628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20" name="Imagem 319">
            <a:extLst>
              <a:ext uri="{FF2B5EF4-FFF2-40B4-BE49-F238E27FC236}">
                <a16:creationId xmlns:a16="http://schemas.microsoft.com/office/drawing/2014/main" id="{A5992A7C-3915-4BB7-A106-916DF9F72AC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08" y="6416495"/>
            <a:ext cx="2842747" cy="1610890"/>
          </a:xfrm>
          <a:prstGeom prst="rect">
            <a:avLst/>
          </a:prstGeom>
        </p:spPr>
      </p:pic>
      <p:grpSp>
        <p:nvGrpSpPr>
          <p:cNvPr id="321" name="Agrupar 320">
            <a:extLst>
              <a:ext uri="{FF2B5EF4-FFF2-40B4-BE49-F238E27FC236}">
                <a16:creationId xmlns:a16="http://schemas.microsoft.com/office/drawing/2014/main" id="{4B64A4C4-BB83-4A05-9548-4977A4620029}"/>
              </a:ext>
            </a:extLst>
          </p:cNvPr>
          <p:cNvGrpSpPr/>
          <p:nvPr/>
        </p:nvGrpSpPr>
        <p:grpSpPr>
          <a:xfrm>
            <a:off x="3737" y="6185573"/>
            <a:ext cx="6858000" cy="246221"/>
            <a:chOff x="-80210" y="2175958"/>
            <a:chExt cx="6858000" cy="246221"/>
          </a:xfrm>
        </p:grpSpPr>
        <p:sp>
          <p:nvSpPr>
            <p:cNvPr id="322" name="CaixaDeTexto 321">
              <a:extLst>
                <a:ext uri="{FF2B5EF4-FFF2-40B4-BE49-F238E27FC236}">
                  <a16:creationId xmlns:a16="http://schemas.microsoft.com/office/drawing/2014/main" id="{D8FBFB8A-C906-41AA-B8EE-391BAB33DF51}"/>
                </a:ext>
              </a:extLst>
            </p:cNvPr>
            <p:cNvSpPr txBox="1"/>
            <p:nvPr/>
          </p:nvSpPr>
          <p:spPr>
            <a:xfrm>
              <a:off x="1086853" y="2176275"/>
              <a:ext cx="5690937" cy="2308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DESENVOLVIMENTO TÁTICO COLETIVO – USO DA AMPLITUDE</a:t>
              </a:r>
            </a:p>
          </p:txBody>
        </p:sp>
        <p:sp>
          <p:nvSpPr>
            <p:cNvPr id="323" name="CaixaDeTexto 322">
              <a:extLst>
                <a:ext uri="{FF2B5EF4-FFF2-40B4-BE49-F238E27FC236}">
                  <a16:creationId xmlns:a16="http://schemas.microsoft.com/office/drawing/2014/main" id="{F000E34C-1E8B-4296-A3B6-506DE1D18269}"/>
                </a:ext>
              </a:extLst>
            </p:cNvPr>
            <p:cNvSpPr txBox="1"/>
            <p:nvPr/>
          </p:nvSpPr>
          <p:spPr>
            <a:xfrm>
              <a:off x="-80210" y="2175958"/>
              <a:ext cx="1135380" cy="246221"/>
            </a:xfrm>
            <a:prstGeom prst="rect">
              <a:avLst/>
            </a:prstGeom>
            <a:solidFill>
              <a:srgbClr val="01225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ETAPA PRINCIPAL</a:t>
              </a:r>
            </a:p>
          </p:txBody>
        </p:sp>
      </p:grpSp>
      <p:sp>
        <p:nvSpPr>
          <p:cNvPr id="324" name="CaixaDeTexto 323">
            <a:extLst>
              <a:ext uri="{FF2B5EF4-FFF2-40B4-BE49-F238E27FC236}">
                <a16:creationId xmlns:a16="http://schemas.microsoft.com/office/drawing/2014/main" id="{D0640FEF-51CF-47C9-9856-735B7DE73F26}"/>
              </a:ext>
            </a:extLst>
          </p:cNvPr>
          <p:cNvSpPr txBox="1"/>
          <p:nvPr/>
        </p:nvSpPr>
        <p:spPr>
          <a:xfrm>
            <a:off x="2763181" y="6462549"/>
            <a:ext cx="4100400" cy="246221"/>
          </a:xfrm>
          <a:prstGeom prst="rect">
            <a:avLst/>
          </a:prstGeom>
          <a:solidFill>
            <a:srgbClr val="01225F"/>
          </a:solidFill>
          <a:ln>
            <a:solidFill>
              <a:srgbClr val="01408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JOGO - COLETIVO</a:t>
            </a:r>
          </a:p>
        </p:txBody>
      </p:sp>
      <p:sp>
        <p:nvSpPr>
          <p:cNvPr id="325" name="CaixaDeTexto 324">
            <a:extLst>
              <a:ext uri="{FF2B5EF4-FFF2-40B4-BE49-F238E27FC236}">
                <a16:creationId xmlns:a16="http://schemas.microsoft.com/office/drawing/2014/main" id="{28273AF1-BE8D-4BE0-A5BE-B4101F0D2700}"/>
              </a:ext>
            </a:extLst>
          </p:cNvPr>
          <p:cNvSpPr txBox="1"/>
          <p:nvPr/>
        </p:nvSpPr>
        <p:spPr>
          <a:xfrm>
            <a:off x="2763181" y="6722740"/>
            <a:ext cx="905078" cy="2308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 TEMAS</a:t>
            </a:r>
          </a:p>
        </p:txBody>
      </p:sp>
      <p:sp>
        <p:nvSpPr>
          <p:cNvPr id="327" name="Retângulo 326">
            <a:extLst>
              <a:ext uri="{FF2B5EF4-FFF2-40B4-BE49-F238E27FC236}">
                <a16:creationId xmlns:a16="http://schemas.microsoft.com/office/drawing/2014/main" id="{D08A5D17-25C5-48EA-8B88-E431C7DD0A07}"/>
              </a:ext>
            </a:extLst>
          </p:cNvPr>
          <p:cNvSpPr/>
          <p:nvPr/>
        </p:nvSpPr>
        <p:spPr>
          <a:xfrm>
            <a:off x="2766629" y="7230985"/>
            <a:ext cx="4100400" cy="73445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900" b="1" dirty="0">
                <a:solidFill>
                  <a:schemeClr val="accent1"/>
                </a:solidFill>
                <a:latin typeface="+mj-lt"/>
              </a:rPr>
              <a:t>AZUL ATAQUE:</a:t>
            </a:r>
            <a:r>
              <a:rPr lang="pt-BR" sz="900" dirty="0">
                <a:solidFill>
                  <a:srgbClr val="014085"/>
                </a:solidFill>
                <a:latin typeface="+mj-lt"/>
              </a:rPr>
              <a:t> 4-3-3	</a:t>
            </a:r>
            <a:r>
              <a:rPr lang="pt-BR" sz="900" b="1" dirty="0">
                <a:solidFill>
                  <a:schemeClr val="accent1"/>
                </a:solidFill>
                <a:latin typeface="+mj-lt"/>
              </a:rPr>
              <a:t>AZUL DEFESA: </a:t>
            </a:r>
            <a:r>
              <a:rPr lang="pt-BR" sz="900" dirty="0">
                <a:solidFill>
                  <a:srgbClr val="014085"/>
                </a:solidFill>
                <a:latin typeface="+mj-lt"/>
              </a:rPr>
              <a:t>4-2-3-1 (Pontas viram Alas)</a:t>
            </a:r>
          </a:p>
          <a:p>
            <a:r>
              <a:rPr lang="pt-BR" sz="900" b="1" dirty="0">
                <a:solidFill>
                  <a:srgbClr val="FF0000"/>
                </a:solidFill>
                <a:latin typeface="+mj-lt"/>
              </a:rPr>
              <a:t>VERMELHO ATAQUE: </a:t>
            </a:r>
            <a:r>
              <a:rPr lang="pt-BR" sz="900" dirty="0">
                <a:solidFill>
                  <a:srgbClr val="014085"/>
                </a:solidFill>
                <a:latin typeface="+mj-lt"/>
              </a:rPr>
              <a:t>4-3-3	</a:t>
            </a:r>
            <a:r>
              <a:rPr lang="pt-BR" sz="900" b="1" dirty="0">
                <a:solidFill>
                  <a:srgbClr val="FF0000"/>
                </a:solidFill>
                <a:latin typeface="+mj-lt"/>
              </a:rPr>
              <a:t>VERMELHO DEFESA:</a:t>
            </a:r>
            <a:r>
              <a:rPr lang="pt-BR" sz="900" dirty="0">
                <a:solidFill>
                  <a:srgbClr val="014085"/>
                </a:solidFill>
                <a:latin typeface="+mj-lt"/>
              </a:rPr>
              <a:t> 4-3-3 (Um Volante sobre pressão)</a:t>
            </a:r>
          </a:p>
          <a:p>
            <a:endParaRPr lang="pt-BR" sz="900" dirty="0">
              <a:solidFill>
                <a:srgbClr val="014085"/>
              </a:solidFill>
              <a:latin typeface="+mj-lt"/>
            </a:endParaRPr>
          </a:p>
          <a:p>
            <a:r>
              <a:rPr lang="pt-BR" sz="900" b="1" dirty="0">
                <a:solidFill>
                  <a:srgbClr val="014085"/>
                </a:solidFill>
                <a:latin typeface="+mj-lt"/>
              </a:rPr>
              <a:t>INTERVALO: </a:t>
            </a:r>
          </a:p>
          <a:p>
            <a:r>
              <a:rPr lang="pt-BR" sz="900" b="1" dirty="0">
                <a:solidFill>
                  <a:srgbClr val="014085"/>
                </a:solidFill>
                <a:latin typeface="+mj-lt"/>
              </a:rPr>
              <a:t>HIDRATAR </a:t>
            </a:r>
            <a:r>
              <a:rPr lang="pt-BR" sz="900" b="1" dirty="0">
                <a:solidFill>
                  <a:srgbClr val="FF0000"/>
                </a:solidFill>
                <a:latin typeface="+mj-lt"/>
              </a:rPr>
              <a:t>&gt;&gt;</a:t>
            </a:r>
            <a:r>
              <a:rPr lang="pt-BR" sz="900" b="1" dirty="0">
                <a:solidFill>
                  <a:srgbClr val="014085"/>
                </a:solidFill>
                <a:latin typeface="+mj-lt"/>
              </a:rPr>
              <a:t> REPOUSAR </a:t>
            </a:r>
            <a:r>
              <a:rPr lang="pt-BR" sz="900" b="1" dirty="0">
                <a:solidFill>
                  <a:srgbClr val="FF0000"/>
                </a:solidFill>
                <a:latin typeface="+mj-lt"/>
              </a:rPr>
              <a:t>&gt;&gt;</a:t>
            </a:r>
            <a:r>
              <a:rPr lang="pt-BR" sz="900" b="1" dirty="0">
                <a:solidFill>
                  <a:srgbClr val="014085"/>
                </a:solidFill>
                <a:latin typeface="+mj-lt"/>
              </a:rPr>
              <a:t> INSTRUIR </a:t>
            </a:r>
            <a:r>
              <a:rPr lang="pt-BR" sz="900" b="1" dirty="0">
                <a:solidFill>
                  <a:srgbClr val="FF0000"/>
                </a:solidFill>
                <a:latin typeface="+mj-lt"/>
              </a:rPr>
              <a:t>&gt;&gt;</a:t>
            </a:r>
            <a:r>
              <a:rPr lang="pt-BR" sz="900" b="1" dirty="0">
                <a:solidFill>
                  <a:srgbClr val="014085"/>
                </a:solidFill>
                <a:latin typeface="+mj-lt"/>
              </a:rPr>
              <a:t> ATIVAR </a:t>
            </a:r>
            <a:r>
              <a:rPr lang="pt-BR" sz="900" b="1" dirty="0">
                <a:solidFill>
                  <a:srgbClr val="FF0000"/>
                </a:solidFill>
                <a:latin typeface="+mj-lt"/>
              </a:rPr>
              <a:t>&gt;&gt;</a:t>
            </a:r>
            <a:r>
              <a:rPr lang="pt-BR" sz="900" b="1" dirty="0">
                <a:solidFill>
                  <a:srgbClr val="014085"/>
                </a:solidFill>
                <a:latin typeface="+mj-lt"/>
              </a:rPr>
              <a:t> VOLTA AO JOGO.</a:t>
            </a:r>
          </a:p>
        </p:txBody>
      </p:sp>
      <p:sp>
        <p:nvSpPr>
          <p:cNvPr id="338" name="CaixaDeTexto 337">
            <a:extLst>
              <a:ext uri="{FF2B5EF4-FFF2-40B4-BE49-F238E27FC236}">
                <a16:creationId xmlns:a16="http://schemas.microsoft.com/office/drawing/2014/main" id="{772BF095-A3DA-4A01-AE1E-B4B481E62BD4}"/>
              </a:ext>
            </a:extLst>
          </p:cNvPr>
          <p:cNvSpPr txBox="1"/>
          <p:nvPr/>
        </p:nvSpPr>
        <p:spPr>
          <a:xfrm>
            <a:off x="2670" y="8010237"/>
            <a:ext cx="6852660" cy="244800"/>
          </a:xfrm>
          <a:prstGeom prst="rect">
            <a:avLst/>
          </a:prstGeom>
          <a:solidFill>
            <a:srgbClr val="01225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OBSERVAÇÕES SOBRE O TREINO:</a:t>
            </a:r>
          </a:p>
        </p:txBody>
      </p:sp>
      <p:sp>
        <p:nvSpPr>
          <p:cNvPr id="345" name="Retângulo 344">
            <a:extLst>
              <a:ext uri="{FF2B5EF4-FFF2-40B4-BE49-F238E27FC236}">
                <a16:creationId xmlns:a16="http://schemas.microsoft.com/office/drawing/2014/main" id="{61F64771-09C8-4108-8C38-031D15F2B1C4}"/>
              </a:ext>
            </a:extLst>
          </p:cNvPr>
          <p:cNvSpPr/>
          <p:nvPr/>
        </p:nvSpPr>
        <p:spPr>
          <a:xfrm>
            <a:off x="2670" y="8255140"/>
            <a:ext cx="6852660" cy="78851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900" dirty="0">
              <a:solidFill>
                <a:srgbClr val="014085"/>
              </a:solidFill>
              <a:latin typeface="PSG" panose="02000503040000020004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FB6D72C-45EF-498B-A6EE-B3936AFF9244}"/>
              </a:ext>
            </a:extLst>
          </p:cNvPr>
          <p:cNvGrpSpPr/>
          <p:nvPr/>
        </p:nvGrpSpPr>
        <p:grpSpPr>
          <a:xfrm>
            <a:off x="639154" y="9569726"/>
            <a:ext cx="5579693" cy="277000"/>
            <a:chOff x="508000" y="9569726"/>
            <a:chExt cx="5579693" cy="277000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3E360855-067C-4CC4-845F-4A10633D4B8B}"/>
                </a:ext>
              </a:extLst>
            </p:cNvPr>
            <p:cNvSpPr txBox="1"/>
            <p:nvPr/>
          </p:nvSpPr>
          <p:spPr>
            <a:xfrm>
              <a:off x="1211352" y="9569726"/>
              <a:ext cx="632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014085"/>
                  </a:solidFill>
                </a:rPr>
                <a:t>COACH</a:t>
              </a:r>
            </a:p>
          </p:txBody>
        </p:sp>
        <p:sp>
          <p:nvSpPr>
            <p:cNvPr id="346" name="CaixaDeTexto 345">
              <a:extLst>
                <a:ext uri="{FF2B5EF4-FFF2-40B4-BE49-F238E27FC236}">
                  <a16:creationId xmlns:a16="http://schemas.microsoft.com/office/drawing/2014/main" id="{91580B44-68E0-4256-99C8-62004CD7091C}"/>
                </a:ext>
              </a:extLst>
            </p:cNvPr>
            <p:cNvSpPr txBox="1"/>
            <p:nvPr/>
          </p:nvSpPr>
          <p:spPr>
            <a:xfrm>
              <a:off x="4557127" y="9569727"/>
              <a:ext cx="10219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rgbClr val="014085"/>
                  </a:solidFill>
                </a:rPr>
                <a:t>HEAD COACH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82925E0E-794D-43D1-BFF1-E3ED83D2CA13}"/>
                </a:ext>
              </a:extLst>
            </p:cNvPr>
            <p:cNvCxnSpPr>
              <a:cxnSpLocks/>
            </p:cNvCxnSpPr>
            <p:nvPr/>
          </p:nvCxnSpPr>
          <p:spPr>
            <a:xfrm>
              <a:off x="508000" y="9577168"/>
              <a:ext cx="2039185" cy="0"/>
            </a:xfrm>
            <a:prstGeom prst="line">
              <a:avLst/>
            </a:prstGeom>
            <a:ln>
              <a:solidFill>
                <a:srgbClr val="014085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7" name="Conector reto 346">
              <a:extLst>
                <a:ext uri="{FF2B5EF4-FFF2-40B4-BE49-F238E27FC236}">
                  <a16:creationId xmlns:a16="http://schemas.microsoft.com/office/drawing/2014/main" id="{2002459D-B756-4C8A-907C-30FC0CF0B840}"/>
                </a:ext>
              </a:extLst>
            </p:cNvPr>
            <p:cNvCxnSpPr>
              <a:cxnSpLocks/>
            </p:cNvCxnSpPr>
            <p:nvPr/>
          </p:nvCxnSpPr>
          <p:spPr>
            <a:xfrm>
              <a:off x="4048508" y="9569726"/>
              <a:ext cx="2039185" cy="0"/>
            </a:xfrm>
            <a:prstGeom prst="line">
              <a:avLst/>
            </a:prstGeom>
            <a:ln>
              <a:solidFill>
                <a:srgbClr val="014085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8" name="CaixaDeTexto 347">
            <a:extLst>
              <a:ext uri="{FF2B5EF4-FFF2-40B4-BE49-F238E27FC236}">
                <a16:creationId xmlns:a16="http://schemas.microsoft.com/office/drawing/2014/main" id="{D946A95D-ED1C-49B1-BC0E-F433E6456953}"/>
              </a:ext>
            </a:extLst>
          </p:cNvPr>
          <p:cNvSpPr txBox="1"/>
          <p:nvPr/>
        </p:nvSpPr>
        <p:spPr>
          <a:xfrm>
            <a:off x="2764015" y="6981452"/>
            <a:ext cx="904508" cy="23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ORIENTAÇÕES</a:t>
            </a:r>
          </a:p>
        </p:txBody>
      </p:sp>
      <p:sp>
        <p:nvSpPr>
          <p:cNvPr id="349" name="CaixaDeTexto 348">
            <a:extLst>
              <a:ext uri="{FF2B5EF4-FFF2-40B4-BE49-F238E27FC236}">
                <a16:creationId xmlns:a16="http://schemas.microsoft.com/office/drawing/2014/main" id="{7DA04C01-0BDE-4957-B56B-746EE20C3873}"/>
              </a:ext>
            </a:extLst>
          </p:cNvPr>
          <p:cNvSpPr txBox="1"/>
          <p:nvPr/>
        </p:nvSpPr>
        <p:spPr>
          <a:xfrm>
            <a:off x="3668047" y="6711514"/>
            <a:ext cx="319898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rgbClr val="014085"/>
                </a:solidFill>
              </a:rPr>
              <a:t>Progressão e Finalização da jogada</a:t>
            </a:r>
          </a:p>
        </p:txBody>
      </p:sp>
      <p:sp>
        <p:nvSpPr>
          <p:cNvPr id="350" name="CaixaDeTexto 349">
            <a:extLst>
              <a:ext uri="{FF2B5EF4-FFF2-40B4-BE49-F238E27FC236}">
                <a16:creationId xmlns:a16="http://schemas.microsoft.com/office/drawing/2014/main" id="{F9C9F8D8-3803-4E47-9B9D-2BE0C0A4544A}"/>
              </a:ext>
            </a:extLst>
          </p:cNvPr>
          <p:cNvSpPr txBox="1"/>
          <p:nvPr/>
        </p:nvSpPr>
        <p:spPr>
          <a:xfrm>
            <a:off x="3668260" y="6976129"/>
            <a:ext cx="3198982" cy="2308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014085"/>
                </a:solidFill>
              </a:rPr>
              <a:t>Utilizar os corredores, explorando as costas da defesa adversária</a:t>
            </a:r>
          </a:p>
        </p:txBody>
      </p:sp>
      <p:pic>
        <p:nvPicPr>
          <p:cNvPr id="329" name="Gráfico 328" descr="Relógio">
            <a:extLst>
              <a:ext uri="{FF2B5EF4-FFF2-40B4-BE49-F238E27FC236}">
                <a16:creationId xmlns:a16="http://schemas.microsoft.com/office/drawing/2014/main" id="{8E720725-C7F2-4990-B9E6-78E8962F377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32262" y="1875986"/>
            <a:ext cx="208359" cy="208359"/>
          </a:xfrm>
          <a:prstGeom prst="rect">
            <a:avLst/>
          </a:prstGeom>
        </p:spPr>
      </p:pic>
      <p:sp>
        <p:nvSpPr>
          <p:cNvPr id="330" name="Espace réservé du texte 1">
            <a:extLst>
              <a:ext uri="{FF2B5EF4-FFF2-40B4-BE49-F238E27FC236}">
                <a16:creationId xmlns:a16="http://schemas.microsoft.com/office/drawing/2014/main" id="{EBA3C106-F3CD-48FD-8C50-41245A5FE5E2}"/>
              </a:ext>
            </a:extLst>
          </p:cNvPr>
          <p:cNvSpPr txBox="1">
            <a:spLocks/>
          </p:cNvSpPr>
          <p:nvPr/>
        </p:nvSpPr>
        <p:spPr>
          <a:xfrm>
            <a:off x="6357392" y="1848650"/>
            <a:ext cx="556585" cy="25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08 – 10</a:t>
            </a:r>
          </a:p>
          <a:p>
            <a:r>
              <a:rPr lang="fr-FR" sz="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MINUTOS</a:t>
            </a:r>
          </a:p>
        </p:txBody>
      </p:sp>
      <p:pic>
        <p:nvPicPr>
          <p:cNvPr id="332" name="Gráfico 331" descr="Relógio">
            <a:extLst>
              <a:ext uri="{FF2B5EF4-FFF2-40B4-BE49-F238E27FC236}">
                <a16:creationId xmlns:a16="http://schemas.microsoft.com/office/drawing/2014/main" id="{299B760A-DB52-4BB4-8F9F-4F883721CD7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31582" y="3732270"/>
            <a:ext cx="208359" cy="208359"/>
          </a:xfrm>
          <a:prstGeom prst="rect">
            <a:avLst/>
          </a:prstGeom>
        </p:spPr>
      </p:pic>
      <p:sp>
        <p:nvSpPr>
          <p:cNvPr id="342" name="Espace réservé du texte 1">
            <a:extLst>
              <a:ext uri="{FF2B5EF4-FFF2-40B4-BE49-F238E27FC236}">
                <a16:creationId xmlns:a16="http://schemas.microsoft.com/office/drawing/2014/main" id="{6388BAAE-F596-41C4-AB1A-26EA8A662350}"/>
              </a:ext>
            </a:extLst>
          </p:cNvPr>
          <p:cNvSpPr txBox="1">
            <a:spLocks/>
          </p:cNvSpPr>
          <p:nvPr/>
        </p:nvSpPr>
        <p:spPr>
          <a:xfrm>
            <a:off x="6356712" y="3704934"/>
            <a:ext cx="556585" cy="25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– 15</a:t>
            </a:r>
          </a:p>
          <a:p>
            <a:r>
              <a:rPr lang="fr-FR" sz="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MINUTOS</a:t>
            </a:r>
          </a:p>
        </p:txBody>
      </p:sp>
      <p:pic>
        <p:nvPicPr>
          <p:cNvPr id="343" name="Gráfico 342" descr="Relógio">
            <a:extLst>
              <a:ext uri="{FF2B5EF4-FFF2-40B4-BE49-F238E27FC236}">
                <a16:creationId xmlns:a16="http://schemas.microsoft.com/office/drawing/2014/main" id="{4A4BA4D9-09B3-4BBD-8103-0E9273FF9BA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87984" y="6203803"/>
            <a:ext cx="208359" cy="208359"/>
          </a:xfrm>
          <a:prstGeom prst="rect">
            <a:avLst/>
          </a:prstGeom>
        </p:spPr>
      </p:pic>
      <p:sp>
        <p:nvSpPr>
          <p:cNvPr id="344" name="Espace réservé du texte 1">
            <a:extLst>
              <a:ext uri="{FF2B5EF4-FFF2-40B4-BE49-F238E27FC236}">
                <a16:creationId xmlns:a16="http://schemas.microsoft.com/office/drawing/2014/main" id="{39DE4F30-195B-4C93-9CDC-A4426A0E2C9F}"/>
              </a:ext>
            </a:extLst>
          </p:cNvPr>
          <p:cNvSpPr txBox="1">
            <a:spLocks/>
          </p:cNvSpPr>
          <p:nvPr/>
        </p:nvSpPr>
        <p:spPr>
          <a:xfrm>
            <a:off x="5613114" y="6176467"/>
            <a:ext cx="556585" cy="25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 – 35</a:t>
            </a:r>
          </a:p>
          <a:p>
            <a:r>
              <a:rPr lang="fr-FR" sz="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MINUTOS</a:t>
            </a:r>
          </a:p>
        </p:txBody>
      </p:sp>
      <p:pic>
        <p:nvPicPr>
          <p:cNvPr id="351" name="Gráfico 350" descr="Professor">
            <a:extLst>
              <a:ext uri="{FF2B5EF4-FFF2-40B4-BE49-F238E27FC236}">
                <a16:creationId xmlns:a16="http://schemas.microsoft.com/office/drawing/2014/main" id="{4DF3B32F-B970-4744-9287-A5ECD49E469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67984" y="1822628"/>
            <a:ext cx="314461" cy="314461"/>
          </a:xfrm>
          <a:prstGeom prst="rect">
            <a:avLst/>
          </a:prstGeom>
        </p:spPr>
      </p:pic>
      <p:sp>
        <p:nvSpPr>
          <p:cNvPr id="352" name="Espace réservé du texte 1">
            <a:extLst>
              <a:ext uri="{FF2B5EF4-FFF2-40B4-BE49-F238E27FC236}">
                <a16:creationId xmlns:a16="http://schemas.microsoft.com/office/drawing/2014/main" id="{A6176ABA-40B4-46AC-BDA5-1D9EB5C94199}"/>
              </a:ext>
            </a:extLst>
          </p:cNvPr>
          <p:cNvSpPr txBox="1">
            <a:spLocks/>
          </p:cNvSpPr>
          <p:nvPr/>
        </p:nvSpPr>
        <p:spPr>
          <a:xfrm>
            <a:off x="5728235" y="1848193"/>
            <a:ext cx="556585" cy="25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  <a:p>
            <a:r>
              <a:rPr lang="fr-FR" sz="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MINUTOS</a:t>
            </a:r>
          </a:p>
        </p:txBody>
      </p:sp>
      <p:pic>
        <p:nvPicPr>
          <p:cNvPr id="353" name="Gráfico 352" descr="Sincronização com a nuvem">
            <a:extLst>
              <a:ext uri="{FF2B5EF4-FFF2-40B4-BE49-F238E27FC236}">
                <a16:creationId xmlns:a16="http://schemas.microsoft.com/office/drawing/2014/main" id="{CE29749C-90F3-4A58-9D9F-5950CA7C84A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118837" y="6151229"/>
            <a:ext cx="316082" cy="316082"/>
          </a:xfrm>
          <a:prstGeom prst="rect">
            <a:avLst/>
          </a:prstGeom>
        </p:spPr>
      </p:pic>
      <p:sp>
        <p:nvSpPr>
          <p:cNvPr id="354" name="Espace réservé du texte 1">
            <a:extLst>
              <a:ext uri="{FF2B5EF4-FFF2-40B4-BE49-F238E27FC236}">
                <a16:creationId xmlns:a16="http://schemas.microsoft.com/office/drawing/2014/main" id="{DC3D882C-4C0B-4221-B8DB-0489B4BB85F8}"/>
              </a:ext>
            </a:extLst>
          </p:cNvPr>
          <p:cNvSpPr txBox="1">
            <a:spLocks/>
          </p:cNvSpPr>
          <p:nvPr/>
        </p:nvSpPr>
        <p:spPr>
          <a:xfrm>
            <a:off x="6371290" y="6179614"/>
            <a:ext cx="556585" cy="255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  <a:p>
            <a:r>
              <a:rPr lang="fr-FR" sz="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54587BF-946B-716E-0B5A-0F2C69A619D0}"/>
              </a:ext>
            </a:extLst>
          </p:cNvPr>
          <p:cNvSpPr/>
          <p:nvPr/>
        </p:nvSpPr>
        <p:spPr>
          <a:xfrm>
            <a:off x="4831281" y="2592396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17B2CD8-17EA-5957-DA07-54CE35840600}"/>
              </a:ext>
            </a:extLst>
          </p:cNvPr>
          <p:cNvSpPr/>
          <p:nvPr/>
        </p:nvSpPr>
        <p:spPr>
          <a:xfrm>
            <a:off x="5388705" y="2592396"/>
            <a:ext cx="72000" cy="7200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A404BA-226D-B3A7-6F93-C21EFC2B5989}"/>
              </a:ext>
            </a:extLst>
          </p:cNvPr>
          <p:cNvSpPr/>
          <p:nvPr/>
        </p:nvSpPr>
        <p:spPr>
          <a:xfrm>
            <a:off x="6073215" y="2592396"/>
            <a:ext cx="72000" cy="72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151 Anillo">
            <a:extLst>
              <a:ext uri="{FF2B5EF4-FFF2-40B4-BE49-F238E27FC236}">
                <a16:creationId xmlns:a16="http://schemas.microsoft.com/office/drawing/2014/main" id="{5C42C02F-F82C-299E-A6D9-DD3F48F91DAE}"/>
              </a:ext>
            </a:extLst>
          </p:cNvPr>
          <p:cNvSpPr/>
          <p:nvPr/>
        </p:nvSpPr>
        <p:spPr>
          <a:xfrm>
            <a:off x="7487053" y="1056641"/>
            <a:ext cx="36000" cy="36000"/>
          </a:xfrm>
          <a:prstGeom prst="donut">
            <a:avLst/>
          </a:prstGeom>
          <a:solidFill>
            <a:srgbClr val="00B0F0"/>
          </a:solidFill>
          <a:ln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6A70364D-6313-B551-1AB8-5176482D1B1E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23144">
            <a:off x="7395954" y="822892"/>
            <a:ext cx="123581" cy="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407E93F6-987B-DC44-453C-28D26E4E7724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169536">
            <a:off x="10342945" y="582959"/>
            <a:ext cx="336720" cy="2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E1E4778D-0321-8C5F-0D4D-1973D2BEF163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56002">
            <a:off x="9994428" y="608542"/>
            <a:ext cx="299402" cy="21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1ECA4EE0-8967-45DC-7E50-5054B06E3C8A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063018" y="565220"/>
            <a:ext cx="299402" cy="217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853FF9B-5C6B-9FE9-3F80-E572A8516E08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542911">
            <a:off x="9513372" y="571627"/>
            <a:ext cx="336720" cy="2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2" name="214 Imagen" descr="Balón-de-fútbol-Nike-Total90-Tracer-SC1782_162_A.png">
            <a:extLst>
              <a:ext uri="{FF2B5EF4-FFF2-40B4-BE49-F238E27FC236}">
                <a16:creationId xmlns:a16="http://schemas.microsoft.com/office/drawing/2014/main" id="{443F9EA8-CBA3-459B-D23D-09DD3FC1C74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036" y="1059969"/>
            <a:ext cx="71030" cy="5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0" name="27 Extracto">
            <a:extLst>
              <a:ext uri="{FF2B5EF4-FFF2-40B4-BE49-F238E27FC236}">
                <a16:creationId xmlns:a16="http://schemas.microsoft.com/office/drawing/2014/main" id="{E263EFCF-3F4A-CE9F-1949-F9E45581D33F}"/>
              </a:ext>
            </a:extLst>
          </p:cNvPr>
          <p:cNvSpPr/>
          <p:nvPr/>
        </p:nvSpPr>
        <p:spPr>
          <a:xfrm>
            <a:off x="7256794" y="1365954"/>
            <a:ext cx="62156" cy="84835"/>
          </a:xfrm>
          <a:prstGeom prst="flowChartExtract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00" name="151 Anillo">
            <a:extLst>
              <a:ext uri="{FF2B5EF4-FFF2-40B4-BE49-F238E27FC236}">
                <a16:creationId xmlns:a16="http://schemas.microsoft.com/office/drawing/2014/main" id="{1DF68FBA-E45B-4C23-2664-00ECAF525304}"/>
              </a:ext>
            </a:extLst>
          </p:cNvPr>
          <p:cNvSpPr/>
          <p:nvPr/>
        </p:nvSpPr>
        <p:spPr>
          <a:xfrm>
            <a:off x="7487053" y="1162962"/>
            <a:ext cx="36000" cy="36000"/>
          </a:xfrm>
          <a:prstGeom prst="donut">
            <a:avLst/>
          </a:prstGeom>
          <a:solidFill>
            <a:srgbClr val="00B0F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04" name="151 Anillo">
            <a:extLst>
              <a:ext uri="{FF2B5EF4-FFF2-40B4-BE49-F238E27FC236}">
                <a16:creationId xmlns:a16="http://schemas.microsoft.com/office/drawing/2014/main" id="{48DA9F44-C6FA-FA8F-D05A-436917BCBD07}"/>
              </a:ext>
            </a:extLst>
          </p:cNvPr>
          <p:cNvSpPr/>
          <p:nvPr/>
        </p:nvSpPr>
        <p:spPr>
          <a:xfrm>
            <a:off x="7492617" y="1266319"/>
            <a:ext cx="36000" cy="36000"/>
          </a:xfrm>
          <a:prstGeom prst="donut">
            <a:avLst/>
          </a:prstGeom>
          <a:solidFill>
            <a:srgbClr val="FF0000"/>
          </a:solidFill>
          <a:ln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grpSp>
        <p:nvGrpSpPr>
          <p:cNvPr id="410" name="Group 74">
            <a:extLst>
              <a:ext uri="{FF2B5EF4-FFF2-40B4-BE49-F238E27FC236}">
                <a16:creationId xmlns:a16="http://schemas.microsoft.com/office/drawing/2014/main" id="{2DFA2BFE-BA02-FB24-7BB9-4BDE9C5782E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079646" y="1591220"/>
            <a:ext cx="503862" cy="45719"/>
            <a:chOff x="1111" y="1520"/>
            <a:chExt cx="1315" cy="91"/>
          </a:xfrm>
        </p:grpSpPr>
        <p:grpSp>
          <p:nvGrpSpPr>
            <p:cNvPr id="411" name="Group 63">
              <a:extLst>
                <a:ext uri="{FF2B5EF4-FFF2-40B4-BE49-F238E27FC236}">
                  <a16:creationId xmlns:a16="http://schemas.microsoft.com/office/drawing/2014/main" id="{B5EFDC70-9563-94C9-A40A-47FAF338A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1" y="1520"/>
              <a:ext cx="272" cy="91"/>
              <a:chOff x="1111" y="1520"/>
              <a:chExt cx="272" cy="91"/>
            </a:xfrm>
          </p:grpSpPr>
          <p:sp>
            <p:nvSpPr>
              <p:cNvPr id="422" name="Line 60">
                <a:extLst>
                  <a:ext uri="{FF2B5EF4-FFF2-40B4-BE49-F238E27FC236}">
                    <a16:creationId xmlns:a16="http://schemas.microsoft.com/office/drawing/2014/main" id="{6B63FA13-C77A-FFD2-3954-95431410E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423" name="Line 61">
                <a:extLst>
                  <a:ext uri="{FF2B5EF4-FFF2-40B4-BE49-F238E27FC236}">
                    <a16:creationId xmlns:a16="http://schemas.microsoft.com/office/drawing/2014/main" id="{7C849B44-88B2-5EDA-1254-578C1128C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grpSp>
          <p:nvGrpSpPr>
            <p:cNvPr id="412" name="Group 64">
              <a:extLst>
                <a:ext uri="{FF2B5EF4-FFF2-40B4-BE49-F238E27FC236}">
                  <a16:creationId xmlns:a16="http://schemas.microsoft.com/office/drawing/2014/main" id="{BBB44140-26FF-BE83-E42C-AE5D42F27C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1520"/>
              <a:ext cx="272" cy="91"/>
              <a:chOff x="1111" y="1520"/>
              <a:chExt cx="272" cy="91"/>
            </a:xfrm>
          </p:grpSpPr>
          <p:sp>
            <p:nvSpPr>
              <p:cNvPr id="420" name="Line 65">
                <a:extLst>
                  <a:ext uri="{FF2B5EF4-FFF2-40B4-BE49-F238E27FC236}">
                    <a16:creationId xmlns:a16="http://schemas.microsoft.com/office/drawing/2014/main" id="{DC8D241C-7222-7C76-9E37-7FF0FEF86D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421" name="Line 66">
                <a:extLst>
                  <a:ext uri="{FF2B5EF4-FFF2-40B4-BE49-F238E27FC236}">
                    <a16:creationId xmlns:a16="http://schemas.microsoft.com/office/drawing/2014/main" id="{4B31623B-BEEC-7C70-6F84-17D06E2CD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grpSp>
          <p:nvGrpSpPr>
            <p:cNvPr id="413" name="Group 67">
              <a:extLst>
                <a:ext uri="{FF2B5EF4-FFF2-40B4-BE49-F238E27FC236}">
                  <a16:creationId xmlns:a16="http://schemas.microsoft.com/office/drawing/2014/main" id="{7B1835E6-C888-7A05-2754-94A1DF47F5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1520"/>
              <a:ext cx="272" cy="91"/>
              <a:chOff x="1111" y="1520"/>
              <a:chExt cx="272" cy="91"/>
            </a:xfrm>
          </p:grpSpPr>
          <p:sp>
            <p:nvSpPr>
              <p:cNvPr id="418" name="Line 68">
                <a:extLst>
                  <a:ext uri="{FF2B5EF4-FFF2-40B4-BE49-F238E27FC236}">
                    <a16:creationId xmlns:a16="http://schemas.microsoft.com/office/drawing/2014/main" id="{0EF9ABE0-1DA7-C6BA-92E0-736AFBF7E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419" name="Line 69">
                <a:extLst>
                  <a:ext uri="{FF2B5EF4-FFF2-40B4-BE49-F238E27FC236}">
                    <a16:creationId xmlns:a16="http://schemas.microsoft.com/office/drawing/2014/main" id="{31691378-8F5B-0C13-46F9-7B0116A786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grpSp>
          <p:nvGrpSpPr>
            <p:cNvPr id="414" name="Group 70">
              <a:extLst>
                <a:ext uri="{FF2B5EF4-FFF2-40B4-BE49-F238E27FC236}">
                  <a16:creationId xmlns:a16="http://schemas.microsoft.com/office/drawing/2014/main" id="{56A4F224-CFBE-16A0-FF97-A228FAE27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8" y="1520"/>
              <a:ext cx="272" cy="91"/>
              <a:chOff x="1111" y="1520"/>
              <a:chExt cx="272" cy="91"/>
            </a:xfrm>
          </p:grpSpPr>
          <p:sp>
            <p:nvSpPr>
              <p:cNvPr id="416" name="Line 71">
                <a:extLst>
                  <a:ext uri="{FF2B5EF4-FFF2-40B4-BE49-F238E27FC236}">
                    <a16:creationId xmlns:a16="http://schemas.microsoft.com/office/drawing/2014/main" id="{D6096BE1-0858-B11B-3EBB-A272D081A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1" y="1520"/>
                <a:ext cx="136" cy="9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  <p:sp>
            <p:nvSpPr>
              <p:cNvPr id="417" name="Line 72">
                <a:extLst>
                  <a:ext uri="{FF2B5EF4-FFF2-40B4-BE49-F238E27FC236}">
                    <a16:creationId xmlns:a16="http://schemas.microsoft.com/office/drawing/2014/main" id="{A0525B61-854E-F61D-CA81-ACBBB5614A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520"/>
                <a:ext cx="136" cy="91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>
                  <a:defRPr/>
                </a:pPr>
                <a:endParaRPr lang="es-ES" sz="4004"/>
              </a:p>
            </p:txBody>
          </p:sp>
        </p:grpSp>
        <p:sp>
          <p:nvSpPr>
            <p:cNvPr id="415" name="Line 73">
              <a:extLst>
                <a:ext uri="{FF2B5EF4-FFF2-40B4-BE49-F238E27FC236}">
                  <a16:creationId xmlns:a16="http://schemas.microsoft.com/office/drawing/2014/main" id="{035DFA36-28FE-3C1D-838D-CBF44C00A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9" y="1610"/>
              <a:ext cx="227" cy="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s-ES" sz="4004"/>
            </a:p>
          </p:txBody>
        </p:sp>
      </p:grpSp>
      <p:sp>
        <p:nvSpPr>
          <p:cNvPr id="425" name="Line 52">
            <a:extLst>
              <a:ext uri="{FF2B5EF4-FFF2-40B4-BE49-F238E27FC236}">
                <a16:creationId xmlns:a16="http://schemas.microsoft.com/office/drawing/2014/main" id="{B6E90959-C24D-9A9A-E96D-0D2776747C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28196" y="1777370"/>
            <a:ext cx="324873" cy="262079"/>
          </a:xfrm>
          <a:prstGeom prst="line">
            <a:avLst/>
          </a:prstGeom>
          <a:ln>
            <a:prstDash val="solid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pt-BR" sz="4004"/>
          </a:p>
        </p:txBody>
      </p:sp>
      <p:grpSp>
        <p:nvGrpSpPr>
          <p:cNvPr id="440" name="Agrupar 439">
            <a:extLst>
              <a:ext uri="{FF2B5EF4-FFF2-40B4-BE49-F238E27FC236}">
                <a16:creationId xmlns:a16="http://schemas.microsoft.com/office/drawing/2014/main" id="{6C1C3D2A-D716-F310-FCEF-000F5ADF1DED}"/>
              </a:ext>
            </a:extLst>
          </p:cNvPr>
          <p:cNvGrpSpPr/>
          <p:nvPr/>
        </p:nvGrpSpPr>
        <p:grpSpPr>
          <a:xfrm rot="15686018">
            <a:off x="9480650" y="1040343"/>
            <a:ext cx="89815" cy="142660"/>
            <a:chOff x="978899" y="2978056"/>
            <a:chExt cx="89815" cy="142660"/>
          </a:xfrm>
        </p:grpSpPr>
        <p:sp>
          <p:nvSpPr>
            <p:cNvPr id="441" name="95 Dodecágono">
              <a:extLst>
                <a:ext uri="{FF2B5EF4-FFF2-40B4-BE49-F238E27FC236}">
                  <a16:creationId xmlns:a16="http://schemas.microsoft.com/office/drawing/2014/main" id="{6991DCE7-4D1E-B015-F778-E2AA03699904}"/>
                </a:ext>
              </a:extLst>
            </p:cNvPr>
            <p:cNvSpPr/>
            <p:nvPr/>
          </p:nvSpPr>
          <p:spPr>
            <a:xfrm>
              <a:off x="995303" y="3013987"/>
              <a:ext cx="72000" cy="72000"/>
            </a:xfrm>
            <a:prstGeom prst="dodecagon">
              <a:avLst/>
            </a:prstGeom>
            <a:solidFill>
              <a:srgbClr val="0070C0"/>
            </a:solidFill>
            <a:ln>
              <a:solidFill>
                <a:srgbClr val="014085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ES" sz="500" b="1" dirty="0">
                <a:solidFill>
                  <a:srgbClr val="FFFFFF"/>
                </a:solidFill>
                <a:latin typeface="Candara" pitchFamily="34" charset="0"/>
                <a:cs typeface="Arial" charset="0"/>
              </a:endParaRPr>
            </a:p>
          </p:txBody>
        </p:sp>
        <p:sp>
          <p:nvSpPr>
            <p:cNvPr id="442" name="Arco 441">
              <a:extLst>
                <a:ext uri="{FF2B5EF4-FFF2-40B4-BE49-F238E27FC236}">
                  <a16:creationId xmlns:a16="http://schemas.microsoft.com/office/drawing/2014/main" id="{A087AD1D-FAB9-070B-0382-B94802783465}"/>
                </a:ext>
              </a:extLst>
            </p:cNvPr>
            <p:cNvSpPr/>
            <p:nvPr/>
          </p:nvSpPr>
          <p:spPr>
            <a:xfrm>
              <a:off x="978899" y="2978056"/>
              <a:ext cx="89815" cy="142660"/>
            </a:xfrm>
            <a:prstGeom prst="arc">
              <a:avLst>
                <a:gd name="adj1" fmla="val 16204298"/>
                <a:gd name="adj2" fmla="val 5643130"/>
              </a:avLst>
            </a:prstGeom>
            <a:ln w="9525">
              <a:solidFill>
                <a:srgbClr val="0140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0" name="Agrupar 449">
            <a:extLst>
              <a:ext uri="{FF2B5EF4-FFF2-40B4-BE49-F238E27FC236}">
                <a16:creationId xmlns:a16="http://schemas.microsoft.com/office/drawing/2014/main" id="{251659A6-6F88-3729-3197-B535789F4BB8}"/>
              </a:ext>
            </a:extLst>
          </p:cNvPr>
          <p:cNvGrpSpPr/>
          <p:nvPr/>
        </p:nvGrpSpPr>
        <p:grpSpPr>
          <a:xfrm rot="10800000">
            <a:off x="9267809" y="1033722"/>
            <a:ext cx="89815" cy="142660"/>
            <a:chOff x="978899" y="2978056"/>
            <a:chExt cx="89815" cy="1426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51" name="95 Dodecágono">
              <a:extLst>
                <a:ext uri="{FF2B5EF4-FFF2-40B4-BE49-F238E27FC236}">
                  <a16:creationId xmlns:a16="http://schemas.microsoft.com/office/drawing/2014/main" id="{DD56C84F-81BD-F7FD-6554-67EC08C208B2}"/>
                </a:ext>
              </a:extLst>
            </p:cNvPr>
            <p:cNvSpPr/>
            <p:nvPr/>
          </p:nvSpPr>
          <p:spPr>
            <a:xfrm>
              <a:off x="995303" y="3013987"/>
              <a:ext cx="72000" cy="72000"/>
            </a:xfrm>
            <a:prstGeom prst="dodecagon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ES" sz="500" b="1" dirty="0">
                <a:solidFill>
                  <a:srgbClr val="FFFFFF"/>
                </a:solidFill>
                <a:latin typeface="Candara" pitchFamily="34" charset="0"/>
                <a:cs typeface="Arial" charset="0"/>
              </a:endParaRPr>
            </a:p>
          </p:txBody>
        </p:sp>
        <p:sp>
          <p:nvSpPr>
            <p:cNvPr id="452" name="Arco 451">
              <a:extLst>
                <a:ext uri="{FF2B5EF4-FFF2-40B4-BE49-F238E27FC236}">
                  <a16:creationId xmlns:a16="http://schemas.microsoft.com/office/drawing/2014/main" id="{51B9B5F9-D3C4-64F8-D848-4ED5A4F59B29}"/>
                </a:ext>
              </a:extLst>
            </p:cNvPr>
            <p:cNvSpPr/>
            <p:nvPr/>
          </p:nvSpPr>
          <p:spPr>
            <a:xfrm>
              <a:off x="978899" y="2978056"/>
              <a:ext cx="89815" cy="142660"/>
            </a:xfrm>
            <a:prstGeom prst="arc">
              <a:avLst>
                <a:gd name="adj1" fmla="val 16204298"/>
                <a:gd name="adj2" fmla="val 5643130"/>
              </a:avLst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76" name="Agrupar 475">
            <a:extLst>
              <a:ext uri="{FF2B5EF4-FFF2-40B4-BE49-F238E27FC236}">
                <a16:creationId xmlns:a16="http://schemas.microsoft.com/office/drawing/2014/main" id="{E7EF8A37-7E92-B0F6-2934-DA02049EF570}"/>
              </a:ext>
            </a:extLst>
          </p:cNvPr>
          <p:cNvGrpSpPr/>
          <p:nvPr/>
        </p:nvGrpSpPr>
        <p:grpSpPr>
          <a:xfrm rot="15170044">
            <a:off x="9681390" y="1027672"/>
            <a:ext cx="89815" cy="142660"/>
            <a:chOff x="978899" y="2978056"/>
            <a:chExt cx="89815" cy="142660"/>
          </a:xfrm>
        </p:grpSpPr>
        <p:sp>
          <p:nvSpPr>
            <p:cNvPr id="477" name="95 Dodecágono">
              <a:extLst>
                <a:ext uri="{FF2B5EF4-FFF2-40B4-BE49-F238E27FC236}">
                  <a16:creationId xmlns:a16="http://schemas.microsoft.com/office/drawing/2014/main" id="{A1B5DEF3-8B42-1F3E-1D7E-8A2C23883E00}"/>
                </a:ext>
              </a:extLst>
            </p:cNvPr>
            <p:cNvSpPr/>
            <p:nvPr/>
          </p:nvSpPr>
          <p:spPr>
            <a:xfrm>
              <a:off x="995303" y="3013987"/>
              <a:ext cx="72000" cy="72000"/>
            </a:xfrm>
            <a:prstGeom prst="dodecagon">
              <a:avLst/>
            </a:prstGeom>
            <a:solidFill>
              <a:srgbClr val="FFFF00"/>
            </a:solidFill>
            <a:ln>
              <a:solidFill>
                <a:srgbClr val="014085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ES" sz="500" b="1" dirty="0">
                <a:solidFill>
                  <a:srgbClr val="FFFFFF"/>
                </a:solidFill>
                <a:latin typeface="Candara" pitchFamily="34" charset="0"/>
                <a:cs typeface="Arial" charset="0"/>
              </a:endParaRPr>
            </a:p>
          </p:txBody>
        </p:sp>
        <p:sp>
          <p:nvSpPr>
            <p:cNvPr id="478" name="Arco 477">
              <a:extLst>
                <a:ext uri="{FF2B5EF4-FFF2-40B4-BE49-F238E27FC236}">
                  <a16:creationId xmlns:a16="http://schemas.microsoft.com/office/drawing/2014/main" id="{EEF2FCFD-9B6E-C9B3-8A8E-128CE84CD5E7}"/>
                </a:ext>
              </a:extLst>
            </p:cNvPr>
            <p:cNvSpPr/>
            <p:nvPr/>
          </p:nvSpPr>
          <p:spPr>
            <a:xfrm>
              <a:off x="978899" y="2978056"/>
              <a:ext cx="89815" cy="142660"/>
            </a:xfrm>
            <a:prstGeom prst="arc">
              <a:avLst>
                <a:gd name="adj1" fmla="val 16204298"/>
                <a:gd name="adj2" fmla="val 5643130"/>
              </a:avLst>
            </a:prstGeom>
            <a:ln w="9525">
              <a:solidFill>
                <a:srgbClr val="0140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E7E4212D-F9C5-8B37-059D-DFF53AE10E8C}"/>
              </a:ext>
            </a:extLst>
          </p:cNvPr>
          <p:cNvSpPr txBox="1"/>
          <p:nvPr/>
        </p:nvSpPr>
        <p:spPr>
          <a:xfrm>
            <a:off x="4016943" y="921012"/>
            <a:ext cx="2841057" cy="461665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PROGRESSÃO &amp; FINALIZAÇÃO</a:t>
            </a:r>
          </a:p>
          <a:p>
            <a:pPr algn="ctr"/>
            <a:r>
              <a:rPr lang="pt-B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FINALIZAÇÃO &gt;&gt; PROGRESSÃO + FINALIZAÇÃO NA META</a:t>
            </a:r>
          </a:p>
          <a:p>
            <a:pPr algn="ctr"/>
            <a:endParaRPr lang="pt-BR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51E7C3-53C4-B284-90C3-9D27838A836A}"/>
              </a:ext>
            </a:extLst>
          </p:cNvPr>
          <p:cNvSpPr/>
          <p:nvPr/>
        </p:nvSpPr>
        <p:spPr>
          <a:xfrm>
            <a:off x="1186407" y="953217"/>
            <a:ext cx="108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D7B8320-EE54-79D4-ED68-7860BB629DCB}"/>
              </a:ext>
            </a:extLst>
          </p:cNvPr>
          <p:cNvSpPr/>
          <p:nvPr/>
        </p:nvSpPr>
        <p:spPr>
          <a:xfrm>
            <a:off x="4043907" y="953351"/>
            <a:ext cx="108000" cy="108000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57" name="Imagem 456">
            <a:extLst>
              <a:ext uri="{FF2B5EF4-FFF2-40B4-BE49-F238E27FC236}">
                <a16:creationId xmlns:a16="http://schemas.microsoft.com/office/drawing/2014/main" id="{281B5362-2552-6B76-CE8E-686A19787921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69" y="46240"/>
            <a:ext cx="610398" cy="529577"/>
          </a:xfrm>
          <a:prstGeom prst="rect">
            <a:avLst/>
          </a:prstGeom>
        </p:spPr>
      </p:pic>
      <p:pic>
        <p:nvPicPr>
          <p:cNvPr id="459" name="Imagem 458">
            <a:extLst>
              <a:ext uri="{FF2B5EF4-FFF2-40B4-BE49-F238E27FC236}">
                <a16:creationId xmlns:a16="http://schemas.microsoft.com/office/drawing/2014/main" id="{E1C87FC4-83F5-3F0B-D2F2-BFFD27A2C18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684" y="9140665"/>
            <a:ext cx="762632" cy="668715"/>
          </a:xfrm>
          <a:prstGeom prst="rect">
            <a:avLst/>
          </a:prstGeom>
        </p:spPr>
      </p:pic>
      <p:grpSp>
        <p:nvGrpSpPr>
          <p:cNvPr id="286" name="Agrupar 285">
            <a:extLst>
              <a:ext uri="{FF2B5EF4-FFF2-40B4-BE49-F238E27FC236}">
                <a16:creationId xmlns:a16="http://schemas.microsoft.com/office/drawing/2014/main" id="{EEE1A5EB-EF49-524E-D259-F75B424833CD}"/>
              </a:ext>
            </a:extLst>
          </p:cNvPr>
          <p:cNvGrpSpPr/>
          <p:nvPr/>
        </p:nvGrpSpPr>
        <p:grpSpPr>
          <a:xfrm>
            <a:off x="3394929" y="1337469"/>
            <a:ext cx="3463071" cy="491724"/>
            <a:chOff x="3394929" y="1365757"/>
            <a:chExt cx="3463071" cy="486493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418E300A-5B3A-16D4-1C86-D144B62F2832}"/>
                </a:ext>
              </a:extLst>
            </p:cNvPr>
            <p:cNvSpPr txBox="1"/>
            <p:nvPr/>
          </p:nvSpPr>
          <p:spPr>
            <a:xfrm>
              <a:off x="3623976" y="1367859"/>
              <a:ext cx="3234024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014085"/>
                  </a:solidFill>
                </a:rPr>
                <a:t>SEG         TER         QUA          QUI          SEX          SÁB</a:t>
              </a:r>
            </a:p>
          </p:txBody>
        </p:sp>
        <p:sp>
          <p:nvSpPr>
            <p:cNvPr id="270" name="CaixaDeTexto 269">
              <a:extLst>
                <a:ext uri="{FF2B5EF4-FFF2-40B4-BE49-F238E27FC236}">
                  <a16:creationId xmlns:a16="http://schemas.microsoft.com/office/drawing/2014/main" id="{F861D2B5-7F64-3DEC-B7E1-DADFB21F55D0}"/>
                </a:ext>
              </a:extLst>
            </p:cNvPr>
            <p:cNvSpPr txBox="1"/>
            <p:nvPr/>
          </p:nvSpPr>
          <p:spPr>
            <a:xfrm>
              <a:off x="3623976" y="1606029"/>
              <a:ext cx="3234024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014085"/>
                  </a:solidFill>
                </a:rPr>
                <a:t>01h00         01h15         01h30          02h00</a:t>
              </a:r>
            </a:p>
          </p:txBody>
        </p:sp>
        <p:sp>
          <p:nvSpPr>
            <p:cNvPr id="272" name="CaixaDeTexto 271">
              <a:extLst>
                <a:ext uri="{FF2B5EF4-FFF2-40B4-BE49-F238E27FC236}">
                  <a16:creationId xmlns:a16="http://schemas.microsoft.com/office/drawing/2014/main" id="{76C8F73F-E86F-5803-5C3A-5A85167A3998}"/>
                </a:ext>
              </a:extLst>
            </p:cNvPr>
            <p:cNvSpPr txBox="1"/>
            <p:nvPr/>
          </p:nvSpPr>
          <p:spPr>
            <a:xfrm>
              <a:off x="3394929" y="1365757"/>
              <a:ext cx="228143" cy="484391"/>
            </a:xfrm>
            <a:prstGeom prst="rect">
              <a:avLst/>
            </a:prstGeom>
            <a:solidFill>
              <a:srgbClr val="01225F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b="1" dirty="0">
                  <a:solidFill>
                    <a:schemeClr val="bg1"/>
                  </a:solidFill>
                </a:rPr>
                <a:t>TURMA</a:t>
              </a:r>
              <a:endParaRPr lang="pt-BR" sz="600" b="1" dirty="0">
                <a:solidFill>
                  <a:schemeClr val="bg1"/>
                </a:solidFill>
              </a:endParaRPr>
            </a:p>
          </p:txBody>
        </p:sp>
        <p:sp>
          <p:nvSpPr>
            <p:cNvPr id="275" name="Retângulo 274">
              <a:extLst>
                <a:ext uri="{FF2B5EF4-FFF2-40B4-BE49-F238E27FC236}">
                  <a16:creationId xmlns:a16="http://schemas.microsoft.com/office/drawing/2014/main" id="{889132A9-F222-4E70-CABA-685D5BDA8D75}"/>
                </a:ext>
              </a:extLst>
            </p:cNvPr>
            <p:cNvSpPr/>
            <p:nvPr/>
          </p:nvSpPr>
          <p:spPr>
            <a:xfrm>
              <a:off x="3805498" y="1449672"/>
              <a:ext cx="72000" cy="7123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76" name="Retângulo 275">
              <a:extLst>
                <a:ext uri="{FF2B5EF4-FFF2-40B4-BE49-F238E27FC236}">
                  <a16:creationId xmlns:a16="http://schemas.microsoft.com/office/drawing/2014/main" id="{98BC0241-1C8C-738E-143B-53D621551AF7}"/>
                </a:ext>
              </a:extLst>
            </p:cNvPr>
            <p:cNvSpPr/>
            <p:nvPr/>
          </p:nvSpPr>
          <p:spPr>
            <a:xfrm>
              <a:off x="4269384" y="1449672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highlight>
                  <a:srgbClr val="FFFF00"/>
                </a:highlight>
              </a:endParaRPr>
            </a:p>
          </p:txBody>
        </p:sp>
        <p:sp>
          <p:nvSpPr>
            <p:cNvPr id="278" name="Retângulo 277">
              <a:extLst>
                <a:ext uri="{FF2B5EF4-FFF2-40B4-BE49-F238E27FC236}">
                  <a16:creationId xmlns:a16="http://schemas.microsoft.com/office/drawing/2014/main" id="{AED259F1-96EC-F9C5-7AA7-46060A91D284}"/>
                </a:ext>
              </a:extLst>
            </p:cNvPr>
            <p:cNvSpPr/>
            <p:nvPr/>
          </p:nvSpPr>
          <p:spPr>
            <a:xfrm>
              <a:off x="4726893" y="1449672"/>
              <a:ext cx="72000" cy="7123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9" name="Retângulo 278">
              <a:extLst>
                <a:ext uri="{FF2B5EF4-FFF2-40B4-BE49-F238E27FC236}">
                  <a16:creationId xmlns:a16="http://schemas.microsoft.com/office/drawing/2014/main" id="{E2CBA00D-94FB-DA5F-75D5-45FEBFC82C8C}"/>
                </a:ext>
              </a:extLst>
            </p:cNvPr>
            <p:cNvSpPr/>
            <p:nvPr/>
          </p:nvSpPr>
          <p:spPr>
            <a:xfrm>
              <a:off x="5257595" y="1449672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0" name="Retângulo 279">
              <a:extLst>
                <a:ext uri="{FF2B5EF4-FFF2-40B4-BE49-F238E27FC236}">
                  <a16:creationId xmlns:a16="http://schemas.microsoft.com/office/drawing/2014/main" id="{5BECBB52-C375-C1EC-FF90-1DCD00453E28}"/>
                </a:ext>
              </a:extLst>
            </p:cNvPr>
            <p:cNvSpPr/>
            <p:nvPr/>
          </p:nvSpPr>
          <p:spPr>
            <a:xfrm>
              <a:off x="5740878" y="1449672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1" name="Retângulo 280">
              <a:extLst>
                <a:ext uri="{FF2B5EF4-FFF2-40B4-BE49-F238E27FC236}">
                  <a16:creationId xmlns:a16="http://schemas.microsoft.com/office/drawing/2014/main" id="{62EDB212-4DFF-00E1-436D-CAFE2E854747}"/>
                </a:ext>
              </a:extLst>
            </p:cNvPr>
            <p:cNvSpPr/>
            <p:nvPr/>
          </p:nvSpPr>
          <p:spPr>
            <a:xfrm>
              <a:off x="6220749" y="1449672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2" name="Retângulo 281">
              <a:extLst>
                <a:ext uri="{FF2B5EF4-FFF2-40B4-BE49-F238E27FC236}">
                  <a16:creationId xmlns:a16="http://schemas.microsoft.com/office/drawing/2014/main" id="{90406B49-34DF-906E-CF1D-1C59B0111B54}"/>
                </a:ext>
              </a:extLst>
            </p:cNvPr>
            <p:cNvSpPr/>
            <p:nvPr/>
          </p:nvSpPr>
          <p:spPr>
            <a:xfrm>
              <a:off x="4058748" y="1688980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3" name="Retângulo 282">
              <a:extLst>
                <a:ext uri="{FF2B5EF4-FFF2-40B4-BE49-F238E27FC236}">
                  <a16:creationId xmlns:a16="http://schemas.microsoft.com/office/drawing/2014/main" id="{FE64CC7B-3273-4DCA-1CB5-60BAAA59B4CF}"/>
                </a:ext>
              </a:extLst>
            </p:cNvPr>
            <p:cNvSpPr/>
            <p:nvPr/>
          </p:nvSpPr>
          <p:spPr>
            <a:xfrm>
              <a:off x="4653431" y="1688980"/>
              <a:ext cx="72000" cy="71234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4" name="Retângulo 283">
              <a:extLst>
                <a:ext uri="{FF2B5EF4-FFF2-40B4-BE49-F238E27FC236}">
                  <a16:creationId xmlns:a16="http://schemas.microsoft.com/office/drawing/2014/main" id="{BADF2F93-C7C8-B44A-D0A8-BB054CC78DA3}"/>
                </a:ext>
              </a:extLst>
            </p:cNvPr>
            <p:cNvSpPr/>
            <p:nvPr/>
          </p:nvSpPr>
          <p:spPr>
            <a:xfrm>
              <a:off x="5240466" y="1688980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5" name="Retângulo 284">
              <a:extLst>
                <a:ext uri="{FF2B5EF4-FFF2-40B4-BE49-F238E27FC236}">
                  <a16:creationId xmlns:a16="http://schemas.microsoft.com/office/drawing/2014/main" id="{D67E0C33-7DB7-5460-F11A-076682B5C1D9}"/>
                </a:ext>
              </a:extLst>
            </p:cNvPr>
            <p:cNvSpPr/>
            <p:nvPr/>
          </p:nvSpPr>
          <p:spPr>
            <a:xfrm>
              <a:off x="5849108" y="1688980"/>
              <a:ext cx="72000" cy="712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27 Extracto">
            <a:extLst>
              <a:ext uri="{FF2B5EF4-FFF2-40B4-BE49-F238E27FC236}">
                <a16:creationId xmlns:a16="http://schemas.microsoft.com/office/drawing/2014/main" id="{33DB06BC-EABA-8297-9BC2-44DF966A366D}"/>
              </a:ext>
            </a:extLst>
          </p:cNvPr>
          <p:cNvSpPr/>
          <p:nvPr/>
        </p:nvSpPr>
        <p:spPr>
          <a:xfrm>
            <a:off x="393044" y="3005349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pic>
        <p:nvPicPr>
          <p:cNvPr id="16" name="Picture 24">
            <a:extLst>
              <a:ext uri="{FF2B5EF4-FFF2-40B4-BE49-F238E27FC236}">
                <a16:creationId xmlns:a16="http://schemas.microsoft.com/office/drawing/2014/main" id="{64A9B2AD-1D93-B458-1203-873EF026E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497551">
            <a:off x="231521" y="3050501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8" name="214 Imagen" descr="Balón-de-fútbol-Nike-Total90-Tracer-SC1782_162_A.png">
            <a:extLst>
              <a:ext uri="{FF2B5EF4-FFF2-40B4-BE49-F238E27FC236}">
                <a16:creationId xmlns:a16="http://schemas.microsoft.com/office/drawing/2014/main" id="{F8F985F8-9E58-A96F-6C3B-CB70E3A666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72" y="2294546"/>
            <a:ext cx="110905" cy="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9" name="27 Extracto">
            <a:extLst>
              <a:ext uri="{FF2B5EF4-FFF2-40B4-BE49-F238E27FC236}">
                <a16:creationId xmlns:a16="http://schemas.microsoft.com/office/drawing/2014/main" id="{8773A287-05AF-9801-25F9-F7B99289DBAC}"/>
              </a:ext>
            </a:extLst>
          </p:cNvPr>
          <p:cNvSpPr/>
          <p:nvPr/>
        </p:nvSpPr>
        <p:spPr>
          <a:xfrm>
            <a:off x="526394" y="3112029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53" name="27 Extracto">
            <a:extLst>
              <a:ext uri="{FF2B5EF4-FFF2-40B4-BE49-F238E27FC236}">
                <a16:creationId xmlns:a16="http://schemas.microsoft.com/office/drawing/2014/main" id="{B5F3B4CD-0F18-DD45-8D82-9D76427F078F}"/>
              </a:ext>
            </a:extLst>
          </p:cNvPr>
          <p:cNvSpPr/>
          <p:nvPr/>
        </p:nvSpPr>
        <p:spPr>
          <a:xfrm>
            <a:off x="655934" y="3005349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54" name="27 Extracto">
            <a:extLst>
              <a:ext uri="{FF2B5EF4-FFF2-40B4-BE49-F238E27FC236}">
                <a16:creationId xmlns:a16="http://schemas.microsoft.com/office/drawing/2014/main" id="{D18FA742-DA2D-B1C2-35FE-AADF9D05A13E}"/>
              </a:ext>
            </a:extLst>
          </p:cNvPr>
          <p:cNvSpPr/>
          <p:nvPr/>
        </p:nvSpPr>
        <p:spPr>
          <a:xfrm>
            <a:off x="800714" y="3115839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55" name="27 Extracto">
            <a:extLst>
              <a:ext uri="{FF2B5EF4-FFF2-40B4-BE49-F238E27FC236}">
                <a16:creationId xmlns:a16="http://schemas.microsoft.com/office/drawing/2014/main" id="{8A340DED-5829-2059-44FA-6DB6127F0B4E}"/>
              </a:ext>
            </a:extLst>
          </p:cNvPr>
          <p:cNvSpPr/>
          <p:nvPr/>
        </p:nvSpPr>
        <p:spPr>
          <a:xfrm>
            <a:off x="403353" y="2284779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56" name="27 Extracto">
            <a:extLst>
              <a:ext uri="{FF2B5EF4-FFF2-40B4-BE49-F238E27FC236}">
                <a16:creationId xmlns:a16="http://schemas.microsoft.com/office/drawing/2014/main" id="{C35DA2CB-73BE-FC1A-CD7B-56381FB4C22A}"/>
              </a:ext>
            </a:extLst>
          </p:cNvPr>
          <p:cNvSpPr/>
          <p:nvPr/>
        </p:nvSpPr>
        <p:spPr>
          <a:xfrm>
            <a:off x="1157733" y="3074554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58" name="27 Extracto">
            <a:extLst>
              <a:ext uri="{FF2B5EF4-FFF2-40B4-BE49-F238E27FC236}">
                <a16:creationId xmlns:a16="http://schemas.microsoft.com/office/drawing/2014/main" id="{2A33DD41-B789-2BF7-52C9-2E74F2DEEB64}"/>
              </a:ext>
            </a:extLst>
          </p:cNvPr>
          <p:cNvSpPr/>
          <p:nvPr/>
        </p:nvSpPr>
        <p:spPr>
          <a:xfrm>
            <a:off x="1565403" y="3080713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60" name="153 Anillo">
            <a:extLst>
              <a:ext uri="{FF2B5EF4-FFF2-40B4-BE49-F238E27FC236}">
                <a16:creationId xmlns:a16="http://schemas.microsoft.com/office/drawing/2014/main" id="{E87A6C3B-193B-1F3C-9B48-1EC242E24ADF}"/>
              </a:ext>
            </a:extLst>
          </p:cNvPr>
          <p:cNvSpPr/>
          <p:nvPr/>
        </p:nvSpPr>
        <p:spPr>
          <a:xfrm>
            <a:off x="1929324" y="2944823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61" name="150 Anillo">
            <a:extLst>
              <a:ext uri="{FF2B5EF4-FFF2-40B4-BE49-F238E27FC236}">
                <a16:creationId xmlns:a16="http://schemas.microsoft.com/office/drawing/2014/main" id="{965116E0-6E37-52A5-5C2E-D896DFFAD6EB}"/>
              </a:ext>
            </a:extLst>
          </p:cNvPr>
          <p:cNvSpPr/>
          <p:nvPr/>
        </p:nvSpPr>
        <p:spPr>
          <a:xfrm>
            <a:off x="246926" y="2195536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62" name="153 Anillo">
            <a:extLst>
              <a:ext uri="{FF2B5EF4-FFF2-40B4-BE49-F238E27FC236}">
                <a16:creationId xmlns:a16="http://schemas.microsoft.com/office/drawing/2014/main" id="{33A5786F-94CE-5233-6C63-7D79CF34B5B4}"/>
              </a:ext>
            </a:extLst>
          </p:cNvPr>
          <p:cNvSpPr/>
          <p:nvPr/>
        </p:nvSpPr>
        <p:spPr>
          <a:xfrm>
            <a:off x="1933806" y="3194348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63" name="153 Anillo">
            <a:extLst>
              <a:ext uri="{FF2B5EF4-FFF2-40B4-BE49-F238E27FC236}">
                <a16:creationId xmlns:a16="http://schemas.microsoft.com/office/drawing/2014/main" id="{2D7198F0-C245-1F1C-2F04-DF32D504BB19}"/>
              </a:ext>
            </a:extLst>
          </p:cNvPr>
          <p:cNvSpPr/>
          <p:nvPr/>
        </p:nvSpPr>
        <p:spPr>
          <a:xfrm>
            <a:off x="230512" y="2968710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64" name="153 Anillo">
            <a:extLst>
              <a:ext uri="{FF2B5EF4-FFF2-40B4-BE49-F238E27FC236}">
                <a16:creationId xmlns:a16="http://schemas.microsoft.com/office/drawing/2014/main" id="{0312F005-9AA2-F96B-052E-124A125BC4E0}"/>
              </a:ext>
            </a:extLst>
          </p:cNvPr>
          <p:cNvSpPr/>
          <p:nvPr/>
        </p:nvSpPr>
        <p:spPr>
          <a:xfrm>
            <a:off x="234994" y="3149524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65" name="27 Extracto">
            <a:extLst>
              <a:ext uri="{FF2B5EF4-FFF2-40B4-BE49-F238E27FC236}">
                <a16:creationId xmlns:a16="http://schemas.microsoft.com/office/drawing/2014/main" id="{51DBC728-F911-EC44-4209-D47697175FBA}"/>
              </a:ext>
            </a:extLst>
          </p:cNvPr>
          <p:cNvSpPr/>
          <p:nvPr/>
        </p:nvSpPr>
        <p:spPr>
          <a:xfrm>
            <a:off x="122085" y="3043031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66" name="27 Extracto">
            <a:extLst>
              <a:ext uri="{FF2B5EF4-FFF2-40B4-BE49-F238E27FC236}">
                <a16:creationId xmlns:a16="http://schemas.microsoft.com/office/drawing/2014/main" id="{AEED0E92-A3EC-0B86-D5E5-252751C65424}"/>
              </a:ext>
            </a:extLst>
          </p:cNvPr>
          <p:cNvSpPr/>
          <p:nvPr/>
        </p:nvSpPr>
        <p:spPr>
          <a:xfrm>
            <a:off x="393044" y="2588334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pic>
        <p:nvPicPr>
          <p:cNvPr id="467" name="Picture 24">
            <a:extLst>
              <a:ext uri="{FF2B5EF4-FFF2-40B4-BE49-F238E27FC236}">
                <a16:creationId xmlns:a16="http://schemas.microsoft.com/office/drawing/2014/main" id="{0508A045-56CE-280A-7434-1EE991A67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497551">
            <a:off x="231521" y="2633486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8" name="27 Extracto">
            <a:extLst>
              <a:ext uri="{FF2B5EF4-FFF2-40B4-BE49-F238E27FC236}">
                <a16:creationId xmlns:a16="http://schemas.microsoft.com/office/drawing/2014/main" id="{D2E0C372-48FF-5353-A7B5-C002F8B840E1}"/>
              </a:ext>
            </a:extLst>
          </p:cNvPr>
          <p:cNvSpPr/>
          <p:nvPr/>
        </p:nvSpPr>
        <p:spPr>
          <a:xfrm>
            <a:off x="526394" y="2695014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69" name="27 Extracto">
            <a:extLst>
              <a:ext uri="{FF2B5EF4-FFF2-40B4-BE49-F238E27FC236}">
                <a16:creationId xmlns:a16="http://schemas.microsoft.com/office/drawing/2014/main" id="{C5C4F04B-8F5A-5EF1-7BDD-00A76C77B104}"/>
              </a:ext>
            </a:extLst>
          </p:cNvPr>
          <p:cNvSpPr/>
          <p:nvPr/>
        </p:nvSpPr>
        <p:spPr>
          <a:xfrm>
            <a:off x="655934" y="2588334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70" name="27 Extracto">
            <a:extLst>
              <a:ext uri="{FF2B5EF4-FFF2-40B4-BE49-F238E27FC236}">
                <a16:creationId xmlns:a16="http://schemas.microsoft.com/office/drawing/2014/main" id="{99E64B51-8170-2440-C6DF-9BF52D75CAE6}"/>
              </a:ext>
            </a:extLst>
          </p:cNvPr>
          <p:cNvSpPr/>
          <p:nvPr/>
        </p:nvSpPr>
        <p:spPr>
          <a:xfrm>
            <a:off x="800714" y="2698824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71" name="27 Extracto">
            <a:extLst>
              <a:ext uri="{FF2B5EF4-FFF2-40B4-BE49-F238E27FC236}">
                <a16:creationId xmlns:a16="http://schemas.microsoft.com/office/drawing/2014/main" id="{14E0A4BE-A744-59C7-2C8D-05F955A7943E}"/>
              </a:ext>
            </a:extLst>
          </p:cNvPr>
          <p:cNvSpPr/>
          <p:nvPr/>
        </p:nvSpPr>
        <p:spPr>
          <a:xfrm>
            <a:off x="1157733" y="2657539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72" name="27 Extracto">
            <a:extLst>
              <a:ext uri="{FF2B5EF4-FFF2-40B4-BE49-F238E27FC236}">
                <a16:creationId xmlns:a16="http://schemas.microsoft.com/office/drawing/2014/main" id="{F74B1B92-F93F-7067-7424-1492FDDCACB4}"/>
              </a:ext>
            </a:extLst>
          </p:cNvPr>
          <p:cNvSpPr/>
          <p:nvPr/>
        </p:nvSpPr>
        <p:spPr>
          <a:xfrm>
            <a:off x="1565403" y="2663698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73" name="153 Anillo">
            <a:extLst>
              <a:ext uri="{FF2B5EF4-FFF2-40B4-BE49-F238E27FC236}">
                <a16:creationId xmlns:a16="http://schemas.microsoft.com/office/drawing/2014/main" id="{987F7426-8E4E-B6B2-44A6-49ABAF48812F}"/>
              </a:ext>
            </a:extLst>
          </p:cNvPr>
          <p:cNvSpPr/>
          <p:nvPr/>
        </p:nvSpPr>
        <p:spPr>
          <a:xfrm>
            <a:off x="230512" y="2551695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74" name="153 Anillo">
            <a:extLst>
              <a:ext uri="{FF2B5EF4-FFF2-40B4-BE49-F238E27FC236}">
                <a16:creationId xmlns:a16="http://schemas.microsoft.com/office/drawing/2014/main" id="{D5C114A4-5820-DD6A-F206-0BCC4CF216E6}"/>
              </a:ext>
            </a:extLst>
          </p:cNvPr>
          <p:cNvSpPr/>
          <p:nvPr/>
        </p:nvSpPr>
        <p:spPr>
          <a:xfrm>
            <a:off x="234994" y="2732509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75" name="27 Extracto">
            <a:extLst>
              <a:ext uri="{FF2B5EF4-FFF2-40B4-BE49-F238E27FC236}">
                <a16:creationId xmlns:a16="http://schemas.microsoft.com/office/drawing/2014/main" id="{6969C682-4275-B413-C967-4A6B5FF91B14}"/>
              </a:ext>
            </a:extLst>
          </p:cNvPr>
          <p:cNvSpPr/>
          <p:nvPr/>
        </p:nvSpPr>
        <p:spPr>
          <a:xfrm>
            <a:off x="122085" y="2626016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79" name="153 Anillo">
            <a:extLst>
              <a:ext uri="{FF2B5EF4-FFF2-40B4-BE49-F238E27FC236}">
                <a16:creationId xmlns:a16="http://schemas.microsoft.com/office/drawing/2014/main" id="{4E47BCF1-78F8-88DD-8ADD-0BEAFD6B9CF8}"/>
              </a:ext>
            </a:extLst>
          </p:cNvPr>
          <p:cNvSpPr/>
          <p:nvPr/>
        </p:nvSpPr>
        <p:spPr>
          <a:xfrm>
            <a:off x="1915877" y="2517907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0" name="153 Anillo">
            <a:extLst>
              <a:ext uri="{FF2B5EF4-FFF2-40B4-BE49-F238E27FC236}">
                <a16:creationId xmlns:a16="http://schemas.microsoft.com/office/drawing/2014/main" id="{B36C1312-1C2D-8E39-3BB6-44CD41287AD2}"/>
              </a:ext>
            </a:extLst>
          </p:cNvPr>
          <p:cNvSpPr/>
          <p:nvPr/>
        </p:nvSpPr>
        <p:spPr>
          <a:xfrm>
            <a:off x="1920359" y="2747494"/>
            <a:ext cx="72000" cy="72000"/>
          </a:xfrm>
          <a:prstGeom prst="donu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1" name="27 Extracto">
            <a:extLst>
              <a:ext uri="{FF2B5EF4-FFF2-40B4-BE49-F238E27FC236}">
                <a16:creationId xmlns:a16="http://schemas.microsoft.com/office/drawing/2014/main" id="{B9230836-C349-7E6B-E1B9-CD6CD055B2A6}"/>
              </a:ext>
            </a:extLst>
          </p:cNvPr>
          <p:cNvSpPr/>
          <p:nvPr/>
        </p:nvSpPr>
        <p:spPr>
          <a:xfrm>
            <a:off x="528859" y="2284779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82" name="27 Extracto">
            <a:extLst>
              <a:ext uri="{FF2B5EF4-FFF2-40B4-BE49-F238E27FC236}">
                <a16:creationId xmlns:a16="http://schemas.microsoft.com/office/drawing/2014/main" id="{A06D2453-CB32-346D-2F8C-DB36AD4E631F}"/>
              </a:ext>
            </a:extLst>
          </p:cNvPr>
          <p:cNvSpPr/>
          <p:nvPr/>
        </p:nvSpPr>
        <p:spPr>
          <a:xfrm>
            <a:off x="658847" y="2284779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83" name="27 Extracto">
            <a:extLst>
              <a:ext uri="{FF2B5EF4-FFF2-40B4-BE49-F238E27FC236}">
                <a16:creationId xmlns:a16="http://schemas.microsoft.com/office/drawing/2014/main" id="{EAF11697-9AB3-C8A5-4BF9-EBA60D8D515E}"/>
              </a:ext>
            </a:extLst>
          </p:cNvPr>
          <p:cNvSpPr/>
          <p:nvPr/>
        </p:nvSpPr>
        <p:spPr>
          <a:xfrm>
            <a:off x="775843" y="2284779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84" name="150 Anillo">
            <a:extLst>
              <a:ext uri="{FF2B5EF4-FFF2-40B4-BE49-F238E27FC236}">
                <a16:creationId xmlns:a16="http://schemas.microsoft.com/office/drawing/2014/main" id="{74FD8052-2220-B437-59CC-F63CFF25125C}"/>
              </a:ext>
            </a:extLst>
          </p:cNvPr>
          <p:cNvSpPr/>
          <p:nvPr/>
        </p:nvSpPr>
        <p:spPr>
          <a:xfrm>
            <a:off x="1044784" y="2430287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5" name="150 Anillo">
            <a:extLst>
              <a:ext uri="{FF2B5EF4-FFF2-40B4-BE49-F238E27FC236}">
                <a16:creationId xmlns:a16="http://schemas.microsoft.com/office/drawing/2014/main" id="{33ECCC66-49AA-674B-4BFC-6F7AD56A608F}"/>
              </a:ext>
            </a:extLst>
          </p:cNvPr>
          <p:cNvSpPr/>
          <p:nvPr/>
        </p:nvSpPr>
        <p:spPr>
          <a:xfrm>
            <a:off x="1210631" y="2434362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6" name="150 Anillo">
            <a:extLst>
              <a:ext uri="{FF2B5EF4-FFF2-40B4-BE49-F238E27FC236}">
                <a16:creationId xmlns:a16="http://schemas.microsoft.com/office/drawing/2014/main" id="{232B2FE7-6AC4-FCC6-2488-C3527A43CA4E}"/>
              </a:ext>
            </a:extLst>
          </p:cNvPr>
          <p:cNvSpPr/>
          <p:nvPr/>
        </p:nvSpPr>
        <p:spPr>
          <a:xfrm>
            <a:off x="1419457" y="2191461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7" name="150 Anillo">
            <a:extLst>
              <a:ext uri="{FF2B5EF4-FFF2-40B4-BE49-F238E27FC236}">
                <a16:creationId xmlns:a16="http://schemas.microsoft.com/office/drawing/2014/main" id="{7D61CE19-CE22-9E84-89EB-B8A291B665CF}"/>
              </a:ext>
            </a:extLst>
          </p:cNvPr>
          <p:cNvSpPr/>
          <p:nvPr/>
        </p:nvSpPr>
        <p:spPr>
          <a:xfrm>
            <a:off x="1585304" y="2195536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8" name="150 Anillo">
            <a:extLst>
              <a:ext uri="{FF2B5EF4-FFF2-40B4-BE49-F238E27FC236}">
                <a16:creationId xmlns:a16="http://schemas.microsoft.com/office/drawing/2014/main" id="{4B9F3446-4497-4FDB-3860-26175E685066}"/>
              </a:ext>
            </a:extLst>
          </p:cNvPr>
          <p:cNvSpPr/>
          <p:nvPr/>
        </p:nvSpPr>
        <p:spPr>
          <a:xfrm>
            <a:off x="2168010" y="2199688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89" name="150 Anillo">
            <a:extLst>
              <a:ext uri="{FF2B5EF4-FFF2-40B4-BE49-F238E27FC236}">
                <a16:creationId xmlns:a16="http://schemas.microsoft.com/office/drawing/2014/main" id="{36A4619D-785C-6DD3-0C74-ABA543454B7B}"/>
              </a:ext>
            </a:extLst>
          </p:cNvPr>
          <p:cNvSpPr/>
          <p:nvPr/>
        </p:nvSpPr>
        <p:spPr>
          <a:xfrm>
            <a:off x="2168010" y="2414840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90" name="150 Anillo">
            <a:extLst>
              <a:ext uri="{FF2B5EF4-FFF2-40B4-BE49-F238E27FC236}">
                <a16:creationId xmlns:a16="http://schemas.microsoft.com/office/drawing/2014/main" id="{87F10331-A4A9-54B1-2697-06440CE638AE}"/>
              </a:ext>
            </a:extLst>
          </p:cNvPr>
          <p:cNvSpPr/>
          <p:nvPr/>
        </p:nvSpPr>
        <p:spPr>
          <a:xfrm>
            <a:off x="242444" y="2379312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91" name="27 Extracto">
            <a:extLst>
              <a:ext uri="{FF2B5EF4-FFF2-40B4-BE49-F238E27FC236}">
                <a16:creationId xmlns:a16="http://schemas.microsoft.com/office/drawing/2014/main" id="{5130C849-EB3A-40AE-66D6-BF3F429BD262}"/>
              </a:ext>
            </a:extLst>
          </p:cNvPr>
          <p:cNvSpPr/>
          <p:nvPr/>
        </p:nvSpPr>
        <p:spPr>
          <a:xfrm>
            <a:off x="103036" y="2269249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pic>
        <p:nvPicPr>
          <p:cNvPr id="492" name="Picture 24">
            <a:extLst>
              <a:ext uri="{FF2B5EF4-FFF2-40B4-BE49-F238E27FC236}">
                <a16:creationId xmlns:a16="http://schemas.microsoft.com/office/drawing/2014/main" id="{466CA344-C59E-815A-DF90-C3A9610BE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497551">
            <a:off x="209108" y="2278803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3" name="214 Imagen" descr="Balón-de-fútbol-Nike-Total90-Tracer-SC1782_162_A.png">
            <a:extLst>
              <a:ext uri="{FF2B5EF4-FFF2-40B4-BE49-F238E27FC236}">
                <a16:creationId xmlns:a16="http://schemas.microsoft.com/office/drawing/2014/main" id="{4553BACB-C5EE-8559-EF01-4D7BA402BC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48" y="3397205"/>
            <a:ext cx="110905" cy="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4" name="27 Extracto">
            <a:extLst>
              <a:ext uri="{FF2B5EF4-FFF2-40B4-BE49-F238E27FC236}">
                <a16:creationId xmlns:a16="http://schemas.microsoft.com/office/drawing/2014/main" id="{22C7D040-8A62-590A-F7BA-9CAC581D3D0A}"/>
              </a:ext>
            </a:extLst>
          </p:cNvPr>
          <p:cNvSpPr/>
          <p:nvPr/>
        </p:nvSpPr>
        <p:spPr>
          <a:xfrm>
            <a:off x="434729" y="3387438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95" name="150 Anillo">
            <a:extLst>
              <a:ext uri="{FF2B5EF4-FFF2-40B4-BE49-F238E27FC236}">
                <a16:creationId xmlns:a16="http://schemas.microsoft.com/office/drawing/2014/main" id="{49F40970-9A23-3E5F-4DDB-F99AA6878661}"/>
              </a:ext>
            </a:extLst>
          </p:cNvPr>
          <p:cNvSpPr/>
          <p:nvPr/>
        </p:nvSpPr>
        <p:spPr>
          <a:xfrm>
            <a:off x="278302" y="3298195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496" name="27 Extracto">
            <a:extLst>
              <a:ext uri="{FF2B5EF4-FFF2-40B4-BE49-F238E27FC236}">
                <a16:creationId xmlns:a16="http://schemas.microsoft.com/office/drawing/2014/main" id="{1E9CBEC5-C6BD-BD52-5286-8CE10DDAA28F}"/>
              </a:ext>
            </a:extLst>
          </p:cNvPr>
          <p:cNvSpPr/>
          <p:nvPr/>
        </p:nvSpPr>
        <p:spPr>
          <a:xfrm>
            <a:off x="560235" y="3387438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97" name="27 Extracto">
            <a:extLst>
              <a:ext uri="{FF2B5EF4-FFF2-40B4-BE49-F238E27FC236}">
                <a16:creationId xmlns:a16="http://schemas.microsoft.com/office/drawing/2014/main" id="{2D422CF4-48C7-A258-9834-472F9095AC07}"/>
              </a:ext>
            </a:extLst>
          </p:cNvPr>
          <p:cNvSpPr/>
          <p:nvPr/>
        </p:nvSpPr>
        <p:spPr>
          <a:xfrm>
            <a:off x="690223" y="3387438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98" name="27 Extracto">
            <a:extLst>
              <a:ext uri="{FF2B5EF4-FFF2-40B4-BE49-F238E27FC236}">
                <a16:creationId xmlns:a16="http://schemas.microsoft.com/office/drawing/2014/main" id="{48E4B906-9A25-A69A-BD4C-92C62F14925F}"/>
              </a:ext>
            </a:extLst>
          </p:cNvPr>
          <p:cNvSpPr/>
          <p:nvPr/>
        </p:nvSpPr>
        <p:spPr>
          <a:xfrm>
            <a:off x="807219" y="3387438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499" name="150 Anillo">
            <a:extLst>
              <a:ext uri="{FF2B5EF4-FFF2-40B4-BE49-F238E27FC236}">
                <a16:creationId xmlns:a16="http://schemas.microsoft.com/office/drawing/2014/main" id="{CF92A15D-8A93-EB19-426C-C48473A6AAD3}"/>
              </a:ext>
            </a:extLst>
          </p:cNvPr>
          <p:cNvSpPr/>
          <p:nvPr/>
        </p:nvSpPr>
        <p:spPr>
          <a:xfrm>
            <a:off x="1076160" y="3308833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0" name="150 Anillo">
            <a:extLst>
              <a:ext uri="{FF2B5EF4-FFF2-40B4-BE49-F238E27FC236}">
                <a16:creationId xmlns:a16="http://schemas.microsoft.com/office/drawing/2014/main" id="{F9837F35-482A-6B5D-813C-6416D83628F9}"/>
              </a:ext>
            </a:extLst>
          </p:cNvPr>
          <p:cNvSpPr/>
          <p:nvPr/>
        </p:nvSpPr>
        <p:spPr>
          <a:xfrm>
            <a:off x="1242007" y="3312908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1" name="150 Anillo">
            <a:extLst>
              <a:ext uri="{FF2B5EF4-FFF2-40B4-BE49-F238E27FC236}">
                <a16:creationId xmlns:a16="http://schemas.microsoft.com/office/drawing/2014/main" id="{1EEA81AC-E5A5-0339-BEDB-0FB1D6827491}"/>
              </a:ext>
            </a:extLst>
          </p:cNvPr>
          <p:cNvSpPr/>
          <p:nvPr/>
        </p:nvSpPr>
        <p:spPr>
          <a:xfrm>
            <a:off x="1450833" y="3522715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2" name="150 Anillo">
            <a:extLst>
              <a:ext uri="{FF2B5EF4-FFF2-40B4-BE49-F238E27FC236}">
                <a16:creationId xmlns:a16="http://schemas.microsoft.com/office/drawing/2014/main" id="{EB900AC4-87F0-2809-F9AB-443D4F4ABD5A}"/>
              </a:ext>
            </a:extLst>
          </p:cNvPr>
          <p:cNvSpPr/>
          <p:nvPr/>
        </p:nvSpPr>
        <p:spPr>
          <a:xfrm>
            <a:off x="1616680" y="3526790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3" name="150 Anillo">
            <a:extLst>
              <a:ext uri="{FF2B5EF4-FFF2-40B4-BE49-F238E27FC236}">
                <a16:creationId xmlns:a16="http://schemas.microsoft.com/office/drawing/2014/main" id="{4831A685-82CE-B99B-01A9-7651638CB726}"/>
              </a:ext>
            </a:extLst>
          </p:cNvPr>
          <p:cNvSpPr/>
          <p:nvPr/>
        </p:nvSpPr>
        <p:spPr>
          <a:xfrm>
            <a:off x="2199386" y="3302347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4" name="150 Anillo">
            <a:extLst>
              <a:ext uri="{FF2B5EF4-FFF2-40B4-BE49-F238E27FC236}">
                <a16:creationId xmlns:a16="http://schemas.microsoft.com/office/drawing/2014/main" id="{5E888D18-7F1A-6833-972B-D3288B377B5A}"/>
              </a:ext>
            </a:extLst>
          </p:cNvPr>
          <p:cNvSpPr/>
          <p:nvPr/>
        </p:nvSpPr>
        <p:spPr>
          <a:xfrm>
            <a:off x="2199386" y="3517499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5" name="150 Anillo">
            <a:extLst>
              <a:ext uri="{FF2B5EF4-FFF2-40B4-BE49-F238E27FC236}">
                <a16:creationId xmlns:a16="http://schemas.microsoft.com/office/drawing/2014/main" id="{9BE27318-2D82-4D9A-D706-1461B6F1948B}"/>
              </a:ext>
            </a:extLst>
          </p:cNvPr>
          <p:cNvSpPr/>
          <p:nvPr/>
        </p:nvSpPr>
        <p:spPr>
          <a:xfrm>
            <a:off x="273820" y="3481971"/>
            <a:ext cx="72000" cy="72000"/>
          </a:xfrm>
          <a:prstGeom prst="donut">
            <a:avLst/>
          </a:prstGeom>
          <a:solidFill>
            <a:srgbClr val="FF3300"/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>
              <a:solidFill>
                <a:schemeClr val="tx1"/>
              </a:solidFill>
            </a:endParaRPr>
          </a:p>
        </p:txBody>
      </p:sp>
      <p:sp>
        <p:nvSpPr>
          <p:cNvPr id="506" name="27 Extracto">
            <a:extLst>
              <a:ext uri="{FF2B5EF4-FFF2-40B4-BE49-F238E27FC236}">
                <a16:creationId xmlns:a16="http://schemas.microsoft.com/office/drawing/2014/main" id="{010C685B-0A36-6C36-2A4E-72ECDE61048F}"/>
              </a:ext>
            </a:extLst>
          </p:cNvPr>
          <p:cNvSpPr/>
          <p:nvPr/>
        </p:nvSpPr>
        <p:spPr>
          <a:xfrm>
            <a:off x="134412" y="3371908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pic>
        <p:nvPicPr>
          <p:cNvPr id="507" name="Picture 24">
            <a:extLst>
              <a:ext uri="{FF2B5EF4-FFF2-40B4-BE49-F238E27FC236}">
                <a16:creationId xmlns:a16="http://schemas.microsoft.com/office/drawing/2014/main" id="{F06E7FB6-D9CD-F8A6-C557-0390A34B9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497551">
            <a:off x="240484" y="3381462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8" name="27 Extracto">
            <a:extLst>
              <a:ext uri="{FF2B5EF4-FFF2-40B4-BE49-F238E27FC236}">
                <a16:creationId xmlns:a16="http://schemas.microsoft.com/office/drawing/2014/main" id="{7C4785A2-8337-8174-F4FC-B5382E8DCB67}"/>
              </a:ext>
            </a:extLst>
          </p:cNvPr>
          <p:cNvSpPr/>
          <p:nvPr/>
        </p:nvSpPr>
        <p:spPr>
          <a:xfrm>
            <a:off x="4899153" y="2931172"/>
            <a:ext cx="80518" cy="75364"/>
          </a:xfrm>
          <a:prstGeom prst="flowChartExtract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09" name="27 Extracto">
            <a:extLst>
              <a:ext uri="{FF2B5EF4-FFF2-40B4-BE49-F238E27FC236}">
                <a16:creationId xmlns:a16="http://schemas.microsoft.com/office/drawing/2014/main" id="{CE38C07D-053D-C77D-2AF9-7F269A99C4AB}"/>
              </a:ext>
            </a:extLst>
          </p:cNvPr>
          <p:cNvSpPr/>
          <p:nvPr/>
        </p:nvSpPr>
        <p:spPr>
          <a:xfrm>
            <a:off x="2857010" y="2893490"/>
            <a:ext cx="80518" cy="75364"/>
          </a:xfrm>
          <a:prstGeom prst="flowChartExtra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sz="4004" b="1">
              <a:solidFill>
                <a:srgbClr val="FFFFFF"/>
              </a:solidFill>
              <a:latin typeface="Candara" pitchFamily="34" charset="0"/>
              <a:cs typeface="Arial" charset="0"/>
            </a:endParaRPr>
          </a:p>
        </p:txBody>
      </p:sp>
      <p:sp>
        <p:nvSpPr>
          <p:cNvPr id="510" name="25 Flecha derecha">
            <a:extLst>
              <a:ext uri="{FF2B5EF4-FFF2-40B4-BE49-F238E27FC236}">
                <a16:creationId xmlns:a16="http://schemas.microsoft.com/office/drawing/2014/main" id="{7894EE23-640F-4227-BE5C-1FCC7855E44E}"/>
              </a:ext>
            </a:extLst>
          </p:cNvPr>
          <p:cNvSpPr/>
          <p:nvPr/>
        </p:nvSpPr>
        <p:spPr>
          <a:xfrm>
            <a:off x="1061325" y="2799498"/>
            <a:ext cx="691275" cy="19112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800" b="1" dirty="0"/>
              <a:t>ATAQUE</a:t>
            </a:r>
          </a:p>
        </p:txBody>
      </p:sp>
      <p:pic>
        <p:nvPicPr>
          <p:cNvPr id="511" name="Picture 24">
            <a:extLst>
              <a:ext uri="{FF2B5EF4-FFF2-40B4-BE49-F238E27FC236}">
                <a16:creationId xmlns:a16="http://schemas.microsoft.com/office/drawing/2014/main" id="{7F74AE91-761F-B10C-DB4E-D453CD37A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2018497" y="6039330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3" name="Picture 83" descr="r1">
            <a:extLst>
              <a:ext uri="{FF2B5EF4-FFF2-40B4-BE49-F238E27FC236}">
                <a16:creationId xmlns:a16="http://schemas.microsoft.com/office/drawing/2014/main" id="{988BE906-3F03-DF6A-7DF2-70087808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19738">
            <a:off x="660875" y="4755248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9" name="214 Imagen" descr="Balón-de-fútbol-Nike-Total90-Tracer-SC1782_162_A.png">
            <a:extLst>
              <a:ext uri="{FF2B5EF4-FFF2-40B4-BE49-F238E27FC236}">
                <a16:creationId xmlns:a16="http://schemas.microsoft.com/office/drawing/2014/main" id="{EB8BA84C-A55F-D7DA-C315-529FA5C72B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296" y="6003249"/>
            <a:ext cx="110905" cy="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5" name="Picture 24">
            <a:extLst>
              <a:ext uri="{FF2B5EF4-FFF2-40B4-BE49-F238E27FC236}">
                <a16:creationId xmlns:a16="http://schemas.microsoft.com/office/drawing/2014/main" id="{43417CB2-7F38-AE12-BE9D-5E602F069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5781">
            <a:off x="1617443" y="5395352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6" name="Picture 24">
            <a:extLst>
              <a:ext uri="{FF2B5EF4-FFF2-40B4-BE49-F238E27FC236}">
                <a16:creationId xmlns:a16="http://schemas.microsoft.com/office/drawing/2014/main" id="{4062C545-86AE-E99A-A32D-72C966186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4146">
            <a:off x="1553275" y="4906186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" name="Picture 24">
            <a:extLst>
              <a:ext uri="{FF2B5EF4-FFF2-40B4-BE49-F238E27FC236}">
                <a16:creationId xmlns:a16="http://schemas.microsoft.com/office/drawing/2014/main" id="{BCAB7F3C-7074-6BF8-A958-7A3603686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4146">
            <a:off x="1813960" y="4081815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" name="Picture 24">
            <a:extLst>
              <a:ext uri="{FF2B5EF4-FFF2-40B4-BE49-F238E27FC236}">
                <a16:creationId xmlns:a16="http://schemas.microsoft.com/office/drawing/2014/main" id="{EF728DCC-1147-5864-3D44-146ECE439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939993">
            <a:off x="851434" y="4081815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" name="Picture 24">
            <a:extLst>
              <a:ext uri="{FF2B5EF4-FFF2-40B4-BE49-F238E27FC236}">
                <a16:creationId xmlns:a16="http://schemas.microsoft.com/office/drawing/2014/main" id="{F8277B8C-560F-4844-2E2C-C1D4E80ED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292508">
            <a:off x="783255" y="5943642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2" name="Picture 24">
            <a:extLst>
              <a:ext uri="{FF2B5EF4-FFF2-40B4-BE49-F238E27FC236}">
                <a16:creationId xmlns:a16="http://schemas.microsoft.com/office/drawing/2014/main" id="{D24A4CD5-D49A-438B-875D-FD66D0C72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59279">
            <a:off x="1136180" y="5110305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3" name="Picture 24">
            <a:extLst>
              <a:ext uri="{FF2B5EF4-FFF2-40B4-BE49-F238E27FC236}">
                <a16:creationId xmlns:a16="http://schemas.microsoft.com/office/drawing/2014/main" id="{707B9A19-4BF2-6242-6EA6-FF7E9B272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559279">
            <a:off x="574705" y="5077978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4" name="Picture 83" descr="r1">
            <a:extLst>
              <a:ext uri="{FF2B5EF4-FFF2-40B4-BE49-F238E27FC236}">
                <a16:creationId xmlns:a16="http://schemas.microsoft.com/office/drawing/2014/main" id="{8D159F0A-075E-47D5-DDE7-90D38B7B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97757">
            <a:off x="680929" y="5368586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9" name="Picture 83" descr="r1">
            <a:extLst>
              <a:ext uri="{FF2B5EF4-FFF2-40B4-BE49-F238E27FC236}">
                <a16:creationId xmlns:a16="http://schemas.microsoft.com/office/drawing/2014/main" id="{A2C6098B-C45C-8C1C-3C39-75EDDE242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19738">
            <a:off x="1094012" y="4806117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6" name="Picture 84" descr="p1">
            <a:extLst>
              <a:ext uri="{FF2B5EF4-FFF2-40B4-BE49-F238E27FC236}">
                <a16:creationId xmlns:a16="http://schemas.microsoft.com/office/drawing/2014/main" id="{1D431555-FD10-7198-2989-18F0CB2B6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4" y="5055648"/>
            <a:ext cx="95055" cy="156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8" name="68 Conector recto de flecha">
            <a:extLst>
              <a:ext uri="{FF2B5EF4-FFF2-40B4-BE49-F238E27FC236}">
                <a16:creationId xmlns:a16="http://schemas.microsoft.com/office/drawing/2014/main" id="{318CAC4C-94F7-17D1-1B61-934E723735FB}"/>
              </a:ext>
            </a:extLst>
          </p:cNvPr>
          <p:cNvCxnSpPr>
            <a:cxnSpLocks/>
          </p:cNvCxnSpPr>
          <p:nvPr/>
        </p:nvCxnSpPr>
        <p:spPr>
          <a:xfrm flipH="1">
            <a:off x="237067" y="6086142"/>
            <a:ext cx="172720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71 Conector recto de flecha">
            <a:extLst>
              <a:ext uri="{FF2B5EF4-FFF2-40B4-BE49-F238E27FC236}">
                <a16:creationId xmlns:a16="http://schemas.microsoft.com/office/drawing/2014/main" id="{7D4F0173-9D54-517C-F66D-D06B5E101F74}"/>
              </a:ext>
            </a:extLst>
          </p:cNvPr>
          <p:cNvCxnSpPr>
            <a:cxnSpLocks/>
          </p:cNvCxnSpPr>
          <p:nvPr/>
        </p:nvCxnSpPr>
        <p:spPr>
          <a:xfrm flipH="1" flipV="1">
            <a:off x="1707621" y="5488076"/>
            <a:ext cx="245534" cy="446362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71 Conector recto de flecha">
            <a:extLst>
              <a:ext uri="{FF2B5EF4-FFF2-40B4-BE49-F238E27FC236}">
                <a16:creationId xmlns:a16="http://schemas.microsoft.com/office/drawing/2014/main" id="{5F85F579-1423-7F49-F4AE-DE337890CAC8}"/>
              </a:ext>
            </a:extLst>
          </p:cNvPr>
          <p:cNvCxnSpPr>
            <a:cxnSpLocks/>
          </p:cNvCxnSpPr>
          <p:nvPr/>
        </p:nvCxnSpPr>
        <p:spPr>
          <a:xfrm flipH="1" flipV="1">
            <a:off x="905933" y="5958162"/>
            <a:ext cx="999067" cy="94733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CaixaDeTexto 366">
            <a:extLst>
              <a:ext uri="{FF2B5EF4-FFF2-40B4-BE49-F238E27FC236}">
                <a16:creationId xmlns:a16="http://schemas.microsoft.com/office/drawing/2014/main" id="{81778B53-0AA2-B5A4-DAC6-8FBA0A33C429}"/>
              </a:ext>
            </a:extLst>
          </p:cNvPr>
          <p:cNvSpPr txBox="1"/>
          <p:nvPr/>
        </p:nvSpPr>
        <p:spPr>
          <a:xfrm>
            <a:off x="1729740" y="4128628"/>
            <a:ext cx="2552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LD</a:t>
            </a:r>
          </a:p>
        </p:txBody>
      </p:sp>
      <p:sp>
        <p:nvSpPr>
          <p:cNvPr id="368" name="CaixaDeTexto 367">
            <a:extLst>
              <a:ext uri="{FF2B5EF4-FFF2-40B4-BE49-F238E27FC236}">
                <a16:creationId xmlns:a16="http://schemas.microsoft.com/office/drawing/2014/main" id="{50016BB3-1768-E6E4-6C34-9BEC40C4FB12}"/>
              </a:ext>
            </a:extLst>
          </p:cNvPr>
          <p:cNvSpPr txBox="1"/>
          <p:nvPr/>
        </p:nvSpPr>
        <p:spPr>
          <a:xfrm>
            <a:off x="1973580" y="5893568"/>
            <a:ext cx="2552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</a:t>
            </a:r>
          </a:p>
        </p:txBody>
      </p:sp>
      <p:sp>
        <p:nvSpPr>
          <p:cNvPr id="369" name="CaixaDeTexto 368">
            <a:extLst>
              <a:ext uri="{FF2B5EF4-FFF2-40B4-BE49-F238E27FC236}">
                <a16:creationId xmlns:a16="http://schemas.microsoft.com/office/drawing/2014/main" id="{180E39A6-AF5A-A58A-C602-E38BEC3A1532}"/>
              </a:ext>
            </a:extLst>
          </p:cNvPr>
          <p:cNvSpPr txBox="1"/>
          <p:nvPr/>
        </p:nvSpPr>
        <p:spPr>
          <a:xfrm>
            <a:off x="1664970" y="5353378"/>
            <a:ext cx="2933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</a:t>
            </a:r>
          </a:p>
        </p:txBody>
      </p:sp>
      <p:sp>
        <p:nvSpPr>
          <p:cNvPr id="370" name="CaixaDeTexto 369">
            <a:extLst>
              <a:ext uri="{FF2B5EF4-FFF2-40B4-BE49-F238E27FC236}">
                <a16:creationId xmlns:a16="http://schemas.microsoft.com/office/drawing/2014/main" id="{03377916-D4E3-E323-B4E4-60970E0E9C4A}"/>
              </a:ext>
            </a:extLst>
          </p:cNvPr>
          <p:cNvSpPr txBox="1"/>
          <p:nvPr/>
        </p:nvSpPr>
        <p:spPr>
          <a:xfrm>
            <a:off x="1634490" y="4861929"/>
            <a:ext cx="2933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</a:t>
            </a:r>
          </a:p>
        </p:txBody>
      </p:sp>
      <p:sp>
        <p:nvSpPr>
          <p:cNvPr id="371" name="CaixaDeTexto 370">
            <a:extLst>
              <a:ext uri="{FF2B5EF4-FFF2-40B4-BE49-F238E27FC236}">
                <a16:creationId xmlns:a16="http://schemas.microsoft.com/office/drawing/2014/main" id="{DFFC7311-A2D3-60BA-3EDC-06A12C164C62}"/>
              </a:ext>
            </a:extLst>
          </p:cNvPr>
          <p:cNvSpPr txBox="1"/>
          <p:nvPr/>
        </p:nvSpPr>
        <p:spPr>
          <a:xfrm>
            <a:off x="-22860" y="4924034"/>
            <a:ext cx="2667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GK</a:t>
            </a:r>
          </a:p>
        </p:txBody>
      </p:sp>
      <p:sp>
        <p:nvSpPr>
          <p:cNvPr id="372" name="CaixaDeTexto 371">
            <a:extLst>
              <a:ext uri="{FF2B5EF4-FFF2-40B4-BE49-F238E27FC236}">
                <a16:creationId xmlns:a16="http://schemas.microsoft.com/office/drawing/2014/main" id="{C5A35D8F-D49F-DBCC-CC21-80BAA7268F77}"/>
              </a:ext>
            </a:extLst>
          </p:cNvPr>
          <p:cNvSpPr txBox="1"/>
          <p:nvPr/>
        </p:nvSpPr>
        <p:spPr>
          <a:xfrm>
            <a:off x="922019" y="4043989"/>
            <a:ext cx="4343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PTD</a:t>
            </a:r>
          </a:p>
        </p:txBody>
      </p:sp>
      <p:sp>
        <p:nvSpPr>
          <p:cNvPr id="373" name="CaixaDeTexto 372">
            <a:extLst>
              <a:ext uri="{FF2B5EF4-FFF2-40B4-BE49-F238E27FC236}">
                <a16:creationId xmlns:a16="http://schemas.microsoft.com/office/drawing/2014/main" id="{68FC0A48-655F-633A-A904-FDB1D6624EC7}"/>
              </a:ext>
            </a:extLst>
          </p:cNvPr>
          <p:cNvSpPr txBox="1"/>
          <p:nvPr/>
        </p:nvSpPr>
        <p:spPr>
          <a:xfrm>
            <a:off x="579119" y="5794874"/>
            <a:ext cx="43433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PTE</a:t>
            </a:r>
          </a:p>
        </p:txBody>
      </p:sp>
      <p:sp>
        <p:nvSpPr>
          <p:cNvPr id="374" name="CaixaDeTexto 373">
            <a:extLst>
              <a:ext uri="{FF2B5EF4-FFF2-40B4-BE49-F238E27FC236}">
                <a16:creationId xmlns:a16="http://schemas.microsoft.com/office/drawing/2014/main" id="{01478301-442B-33A4-9A95-76BDCBB8A012}"/>
              </a:ext>
            </a:extLst>
          </p:cNvPr>
          <p:cNvSpPr txBox="1"/>
          <p:nvPr/>
        </p:nvSpPr>
        <p:spPr>
          <a:xfrm>
            <a:off x="621029" y="5055648"/>
            <a:ext cx="30099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</a:t>
            </a:r>
          </a:p>
        </p:txBody>
      </p:sp>
      <p:sp>
        <p:nvSpPr>
          <p:cNvPr id="375" name="CaixaDeTexto 374">
            <a:extLst>
              <a:ext uri="{FF2B5EF4-FFF2-40B4-BE49-F238E27FC236}">
                <a16:creationId xmlns:a16="http://schemas.microsoft.com/office/drawing/2014/main" id="{13738775-0E71-2E85-756B-274C6E355D68}"/>
              </a:ext>
            </a:extLst>
          </p:cNvPr>
          <p:cNvSpPr txBox="1"/>
          <p:nvPr/>
        </p:nvSpPr>
        <p:spPr>
          <a:xfrm>
            <a:off x="689609" y="4719664"/>
            <a:ext cx="30099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ZAG</a:t>
            </a:r>
          </a:p>
        </p:txBody>
      </p:sp>
      <p:sp>
        <p:nvSpPr>
          <p:cNvPr id="376" name="CaixaDeTexto 375">
            <a:extLst>
              <a:ext uri="{FF2B5EF4-FFF2-40B4-BE49-F238E27FC236}">
                <a16:creationId xmlns:a16="http://schemas.microsoft.com/office/drawing/2014/main" id="{025499EC-2597-5F22-E508-613349C8A6A4}"/>
              </a:ext>
            </a:extLst>
          </p:cNvPr>
          <p:cNvSpPr txBox="1"/>
          <p:nvPr/>
        </p:nvSpPr>
        <p:spPr>
          <a:xfrm>
            <a:off x="720089" y="5329397"/>
            <a:ext cx="30099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ZAG</a:t>
            </a:r>
          </a:p>
        </p:txBody>
      </p:sp>
      <p:sp>
        <p:nvSpPr>
          <p:cNvPr id="378" name="CaixaDeTexto 377">
            <a:extLst>
              <a:ext uri="{FF2B5EF4-FFF2-40B4-BE49-F238E27FC236}">
                <a16:creationId xmlns:a16="http://schemas.microsoft.com/office/drawing/2014/main" id="{8EA2F221-202A-2F91-9373-7CC738C0C436}"/>
              </a:ext>
            </a:extLst>
          </p:cNvPr>
          <p:cNvSpPr txBox="1"/>
          <p:nvPr/>
        </p:nvSpPr>
        <p:spPr>
          <a:xfrm>
            <a:off x="1209674" y="5353378"/>
            <a:ext cx="2933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</a:t>
            </a:r>
          </a:p>
        </p:txBody>
      </p:sp>
      <p:sp>
        <p:nvSpPr>
          <p:cNvPr id="379" name="CaixaDeTexto 378">
            <a:extLst>
              <a:ext uri="{FF2B5EF4-FFF2-40B4-BE49-F238E27FC236}">
                <a16:creationId xmlns:a16="http://schemas.microsoft.com/office/drawing/2014/main" id="{75285EF9-9601-C388-1F1E-B555638BC848}"/>
              </a:ext>
            </a:extLst>
          </p:cNvPr>
          <p:cNvSpPr txBox="1"/>
          <p:nvPr/>
        </p:nvSpPr>
        <p:spPr>
          <a:xfrm>
            <a:off x="1137284" y="4766385"/>
            <a:ext cx="29337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</a:t>
            </a:r>
          </a:p>
        </p:txBody>
      </p:sp>
      <p:sp>
        <p:nvSpPr>
          <p:cNvPr id="380" name="CaixaDeTexto 379">
            <a:extLst>
              <a:ext uri="{FF2B5EF4-FFF2-40B4-BE49-F238E27FC236}">
                <a16:creationId xmlns:a16="http://schemas.microsoft.com/office/drawing/2014/main" id="{25573DD2-E6AC-25EA-6B38-562C7A8CAD6A}"/>
              </a:ext>
            </a:extLst>
          </p:cNvPr>
          <p:cNvSpPr txBox="1"/>
          <p:nvPr/>
        </p:nvSpPr>
        <p:spPr>
          <a:xfrm>
            <a:off x="1179194" y="5072479"/>
            <a:ext cx="3295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MEIA</a:t>
            </a:r>
          </a:p>
        </p:txBody>
      </p:sp>
      <p:cxnSp>
        <p:nvCxnSpPr>
          <p:cNvPr id="381" name="71 Conector recto de flecha">
            <a:extLst>
              <a:ext uri="{FF2B5EF4-FFF2-40B4-BE49-F238E27FC236}">
                <a16:creationId xmlns:a16="http://schemas.microsoft.com/office/drawing/2014/main" id="{AF0017E9-65A5-3E78-3263-5EC4AF93F48F}"/>
              </a:ext>
            </a:extLst>
          </p:cNvPr>
          <p:cNvCxnSpPr>
            <a:cxnSpLocks/>
          </p:cNvCxnSpPr>
          <p:nvPr/>
        </p:nvCxnSpPr>
        <p:spPr>
          <a:xfrm flipV="1">
            <a:off x="890588" y="5442165"/>
            <a:ext cx="661987" cy="427210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71 Conector recto de flecha">
            <a:extLst>
              <a:ext uri="{FF2B5EF4-FFF2-40B4-BE49-F238E27FC236}">
                <a16:creationId xmlns:a16="http://schemas.microsoft.com/office/drawing/2014/main" id="{9003A27B-D49E-1A6A-5796-ABA10639D72B}"/>
              </a:ext>
            </a:extLst>
          </p:cNvPr>
          <p:cNvCxnSpPr>
            <a:cxnSpLocks/>
          </p:cNvCxnSpPr>
          <p:nvPr/>
        </p:nvCxnSpPr>
        <p:spPr>
          <a:xfrm flipV="1">
            <a:off x="900113" y="5264592"/>
            <a:ext cx="219075" cy="607690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71 Conector recto de flecha">
            <a:extLst>
              <a:ext uri="{FF2B5EF4-FFF2-40B4-BE49-F238E27FC236}">
                <a16:creationId xmlns:a16="http://schemas.microsoft.com/office/drawing/2014/main" id="{76B67FCC-193B-28FD-37DA-8D22619A46F1}"/>
              </a:ext>
            </a:extLst>
          </p:cNvPr>
          <p:cNvCxnSpPr>
            <a:cxnSpLocks/>
          </p:cNvCxnSpPr>
          <p:nvPr/>
        </p:nvCxnSpPr>
        <p:spPr>
          <a:xfrm flipV="1">
            <a:off x="890588" y="5031533"/>
            <a:ext cx="671512" cy="837842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" name="Picture 83" descr="r1">
            <a:extLst>
              <a:ext uri="{FF2B5EF4-FFF2-40B4-BE49-F238E27FC236}">
                <a16:creationId xmlns:a16="http://schemas.microsoft.com/office/drawing/2014/main" id="{4A2D1DA6-8A05-EBC2-C22A-9E4BE71E2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819738">
            <a:off x="1175726" y="5397259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1" name="CaixaDeTexto 390">
            <a:extLst>
              <a:ext uri="{FF2B5EF4-FFF2-40B4-BE49-F238E27FC236}">
                <a16:creationId xmlns:a16="http://schemas.microsoft.com/office/drawing/2014/main" id="{C0E22BBA-92D4-AB10-91EB-EB978A84C8F4}"/>
              </a:ext>
            </a:extLst>
          </p:cNvPr>
          <p:cNvSpPr txBox="1"/>
          <p:nvPr/>
        </p:nvSpPr>
        <p:spPr>
          <a:xfrm>
            <a:off x="1897380" y="5794874"/>
            <a:ext cx="117158" cy="1692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392" name="CaixaDeTexto 391">
            <a:extLst>
              <a:ext uri="{FF2B5EF4-FFF2-40B4-BE49-F238E27FC236}">
                <a16:creationId xmlns:a16="http://schemas.microsoft.com/office/drawing/2014/main" id="{962E93E5-5D00-7B4F-CBCD-682173382FD7}"/>
              </a:ext>
            </a:extLst>
          </p:cNvPr>
          <p:cNvSpPr txBox="1"/>
          <p:nvPr/>
        </p:nvSpPr>
        <p:spPr>
          <a:xfrm>
            <a:off x="1797368" y="5902760"/>
            <a:ext cx="117158" cy="1692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393" name="CaixaDeTexto 392">
            <a:extLst>
              <a:ext uri="{FF2B5EF4-FFF2-40B4-BE49-F238E27FC236}">
                <a16:creationId xmlns:a16="http://schemas.microsoft.com/office/drawing/2014/main" id="{ABEA36E2-02B8-F894-B09B-09E3D8917D1A}"/>
              </a:ext>
            </a:extLst>
          </p:cNvPr>
          <p:cNvSpPr txBox="1"/>
          <p:nvPr/>
        </p:nvSpPr>
        <p:spPr>
          <a:xfrm>
            <a:off x="863917" y="5753928"/>
            <a:ext cx="117158" cy="1692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394" name="CaixaDeTexto 393">
            <a:extLst>
              <a:ext uri="{FF2B5EF4-FFF2-40B4-BE49-F238E27FC236}">
                <a16:creationId xmlns:a16="http://schemas.microsoft.com/office/drawing/2014/main" id="{09C7469D-B843-D77A-5B51-8BECE834E0FC}"/>
              </a:ext>
            </a:extLst>
          </p:cNvPr>
          <p:cNvSpPr txBox="1"/>
          <p:nvPr/>
        </p:nvSpPr>
        <p:spPr>
          <a:xfrm>
            <a:off x="1578293" y="5507296"/>
            <a:ext cx="117158" cy="1692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cxnSp>
        <p:nvCxnSpPr>
          <p:cNvPr id="395" name="71 Conector recto de flecha">
            <a:extLst>
              <a:ext uri="{FF2B5EF4-FFF2-40B4-BE49-F238E27FC236}">
                <a16:creationId xmlns:a16="http://schemas.microsoft.com/office/drawing/2014/main" id="{AAB2878B-8C73-0E40-6485-13358ECCD7E9}"/>
              </a:ext>
            </a:extLst>
          </p:cNvPr>
          <p:cNvCxnSpPr>
            <a:cxnSpLocks/>
          </p:cNvCxnSpPr>
          <p:nvPr/>
        </p:nvCxnSpPr>
        <p:spPr>
          <a:xfrm>
            <a:off x="1638300" y="5528935"/>
            <a:ext cx="200025" cy="335350"/>
          </a:xfrm>
          <a:prstGeom prst="straightConnector1">
            <a:avLst/>
          </a:prstGeom>
          <a:ln w="22225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25 Flecha derecha">
            <a:extLst>
              <a:ext uri="{FF2B5EF4-FFF2-40B4-BE49-F238E27FC236}">
                <a16:creationId xmlns:a16="http://schemas.microsoft.com/office/drawing/2014/main" id="{A41D7E11-A70D-55F7-6824-8097EC7882CB}"/>
              </a:ext>
            </a:extLst>
          </p:cNvPr>
          <p:cNvSpPr/>
          <p:nvPr/>
        </p:nvSpPr>
        <p:spPr>
          <a:xfrm flipH="1">
            <a:off x="56436" y="4040654"/>
            <a:ext cx="691275" cy="19112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sz="800" b="1" dirty="0"/>
              <a:t>ATAQUE</a:t>
            </a:r>
          </a:p>
        </p:txBody>
      </p:sp>
      <p:pic>
        <p:nvPicPr>
          <p:cNvPr id="399" name="Picture 24">
            <a:extLst>
              <a:ext uri="{FF2B5EF4-FFF2-40B4-BE49-F238E27FC236}">
                <a16:creationId xmlns:a16="http://schemas.microsoft.com/office/drawing/2014/main" id="{8497D3E6-C26A-4D72-352E-2BBACC666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2023263" y="7529553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1" name="Picture 24">
            <a:extLst>
              <a:ext uri="{FF2B5EF4-FFF2-40B4-BE49-F238E27FC236}">
                <a16:creationId xmlns:a16="http://schemas.microsoft.com/office/drawing/2014/main" id="{56D95B96-09EB-BD23-30B0-5BAAB97B6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2013736" y="6859404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2" name="Picture 24">
            <a:extLst>
              <a:ext uri="{FF2B5EF4-FFF2-40B4-BE49-F238E27FC236}">
                <a16:creationId xmlns:a16="http://schemas.microsoft.com/office/drawing/2014/main" id="{7D88AB9A-D310-0F0A-9B55-28E326990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1756563" y="7831588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3" name="Picture 24">
            <a:extLst>
              <a:ext uri="{FF2B5EF4-FFF2-40B4-BE49-F238E27FC236}">
                <a16:creationId xmlns:a16="http://schemas.microsoft.com/office/drawing/2014/main" id="{CB8546C6-D123-801F-223B-4AB65FB1A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1785139" y="6518726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5" name="Picture 24">
            <a:extLst>
              <a:ext uri="{FF2B5EF4-FFF2-40B4-BE49-F238E27FC236}">
                <a16:creationId xmlns:a16="http://schemas.microsoft.com/office/drawing/2014/main" id="{EF932F73-24BA-99A8-79F6-13E114F60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1666077" y="7036452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6" name="Picture 24">
            <a:extLst>
              <a:ext uri="{FF2B5EF4-FFF2-40B4-BE49-F238E27FC236}">
                <a16:creationId xmlns:a16="http://schemas.microsoft.com/office/drawing/2014/main" id="{7467E614-8E1D-D002-E012-7FC0FB240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1670838" y="7389846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7" name="Picture 24">
            <a:extLst>
              <a:ext uri="{FF2B5EF4-FFF2-40B4-BE49-F238E27FC236}">
                <a16:creationId xmlns:a16="http://schemas.microsoft.com/office/drawing/2014/main" id="{6597278D-F086-091A-D6D6-26ECD50BC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1166012" y="7164115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8" name="Picture 24">
            <a:extLst>
              <a:ext uri="{FF2B5EF4-FFF2-40B4-BE49-F238E27FC236}">
                <a16:creationId xmlns:a16="http://schemas.microsoft.com/office/drawing/2014/main" id="{6EDF3432-40B1-C19B-9810-363DA5814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880261" y="6544919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" name="Picture 24">
            <a:extLst>
              <a:ext uri="{FF2B5EF4-FFF2-40B4-BE49-F238E27FC236}">
                <a16:creationId xmlns:a16="http://schemas.microsoft.com/office/drawing/2014/main" id="{2F45A3CC-5E48-97B7-8A34-95843B29E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785011" y="7826676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4" name="Picture 24">
            <a:extLst>
              <a:ext uri="{FF2B5EF4-FFF2-40B4-BE49-F238E27FC236}">
                <a16:creationId xmlns:a16="http://schemas.microsoft.com/office/drawing/2014/main" id="{3A68792D-8435-4F0C-0323-5C5533186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9FC86C"/>
              </a:clrFrom>
              <a:clrTo>
                <a:srgbClr val="9FC86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66976">
            <a:off x="561174" y="7180938"/>
            <a:ext cx="108474" cy="93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6" name="Picture 83" descr="r1">
            <a:extLst>
              <a:ext uri="{FF2B5EF4-FFF2-40B4-BE49-F238E27FC236}">
                <a16:creationId xmlns:a16="http://schemas.microsoft.com/office/drawing/2014/main" id="{042BA811-FE03-528F-B2D8-16DE498F2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452330" y="6904466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7" name="Picture 83" descr="r1">
            <a:extLst>
              <a:ext uri="{FF2B5EF4-FFF2-40B4-BE49-F238E27FC236}">
                <a16:creationId xmlns:a16="http://schemas.microsoft.com/office/drawing/2014/main" id="{7D718D48-D845-AA78-E8BE-BEDB826D2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442805" y="7491399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8" name="Picture 83" descr="r1">
            <a:extLst>
              <a:ext uri="{FF2B5EF4-FFF2-40B4-BE49-F238E27FC236}">
                <a16:creationId xmlns:a16="http://schemas.microsoft.com/office/drawing/2014/main" id="{B9850D0C-51B0-7E3D-0ED3-283BCABDB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633306" y="6539045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9" name="Picture 83" descr="r1">
            <a:extLst>
              <a:ext uri="{FF2B5EF4-FFF2-40B4-BE49-F238E27FC236}">
                <a16:creationId xmlns:a16="http://schemas.microsoft.com/office/drawing/2014/main" id="{A0DBB6D5-B1E4-AE05-0572-AC59533A6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587090" y="7822012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" name="Picture 83" descr="r1">
            <a:extLst>
              <a:ext uri="{FF2B5EF4-FFF2-40B4-BE49-F238E27FC236}">
                <a16:creationId xmlns:a16="http://schemas.microsoft.com/office/drawing/2014/main" id="{9E08F301-C7FE-11DB-6FF4-74B733196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858552" y="6906937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1" name="Picture 83" descr="r1">
            <a:extLst>
              <a:ext uri="{FF2B5EF4-FFF2-40B4-BE49-F238E27FC236}">
                <a16:creationId xmlns:a16="http://schemas.microsoft.com/office/drawing/2014/main" id="{334FB4DB-7CBB-678F-2B47-03F8BB268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849026" y="7432310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2" name="Picture 83" descr="r1">
            <a:extLst>
              <a:ext uri="{FF2B5EF4-FFF2-40B4-BE49-F238E27FC236}">
                <a16:creationId xmlns:a16="http://schemas.microsoft.com/office/drawing/2014/main" id="{94E1C8A2-BC09-4B99-49C5-EF9982622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1425288" y="7204674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3" name="Picture 83" descr="r1">
            <a:extLst>
              <a:ext uri="{FF2B5EF4-FFF2-40B4-BE49-F238E27FC236}">
                <a16:creationId xmlns:a16="http://schemas.microsoft.com/office/drawing/2014/main" id="{9B4A7184-7655-4B4D-C1E5-BDF7415F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1601501" y="6523842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4" name="Picture 83" descr="r1">
            <a:extLst>
              <a:ext uri="{FF2B5EF4-FFF2-40B4-BE49-F238E27FC236}">
                <a16:creationId xmlns:a16="http://schemas.microsoft.com/office/drawing/2014/main" id="{CE641463-F417-BA6A-4159-C149F68DB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1615788" y="7778123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5" name="Picture 83" descr="r1">
            <a:extLst>
              <a:ext uri="{FF2B5EF4-FFF2-40B4-BE49-F238E27FC236}">
                <a16:creationId xmlns:a16="http://schemas.microsoft.com/office/drawing/2014/main" id="{D472B18C-C6F6-034A-73F6-65B1396FF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395742">
            <a:off x="1944401" y="7185105"/>
            <a:ext cx="112760" cy="8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6" name="214 Imagen" descr="Balón-de-fútbol-Nike-Total90-Tracer-SC1782_162_A.png">
            <a:extLst>
              <a:ext uri="{FF2B5EF4-FFF2-40B4-BE49-F238E27FC236}">
                <a16:creationId xmlns:a16="http://schemas.microsoft.com/office/drawing/2014/main" id="{19124A28-EFE0-B65E-F0B6-7684D0E93D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561" y="7493297"/>
            <a:ext cx="110905" cy="8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7" name="Picture 84" descr="p1">
            <a:extLst>
              <a:ext uri="{FF2B5EF4-FFF2-40B4-BE49-F238E27FC236}">
                <a16:creationId xmlns:a16="http://schemas.microsoft.com/office/drawing/2014/main" id="{6FC3A255-364E-2AF2-2377-7D7748A1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9" y="7136456"/>
            <a:ext cx="95055" cy="156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8" name="Picture 84" descr="p1">
            <a:extLst>
              <a:ext uri="{FF2B5EF4-FFF2-40B4-BE49-F238E27FC236}">
                <a16:creationId xmlns:a16="http://schemas.microsoft.com/office/drawing/2014/main" id="{D97889D4-7197-74FF-E67A-1C38E4043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48243">
            <a:off x="2624990" y="7132010"/>
            <a:ext cx="95055" cy="156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54735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5132</TotalTime>
  <Words>524</Words>
  <Application>Microsoft Office PowerPoint</Application>
  <PresentationFormat>Papel A4 (210 x 297 mm)</PresentationFormat>
  <Paragraphs>198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Candara</vt:lpstr>
      <vt:lpstr>PSG</vt:lpstr>
      <vt:lpstr>Trebuchet MS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Victor Nunes Barros Bonfatti</dc:creator>
  <cp:lastModifiedBy>Paris Saint-Germain Academy Atibaia</cp:lastModifiedBy>
  <cp:revision>76</cp:revision>
  <cp:lastPrinted>2024-04-10T01:53:42Z</cp:lastPrinted>
  <dcterms:created xsi:type="dcterms:W3CDTF">2021-07-20T02:04:37Z</dcterms:created>
  <dcterms:modified xsi:type="dcterms:W3CDTF">2026-08-07T23:07:57Z</dcterms:modified>
</cp:coreProperties>
</file>